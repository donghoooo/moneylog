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70" r:id="rId4"/>
    <p:sldId id="271" r:id="rId5"/>
    <p:sldId id="272" r:id="rId6"/>
    <p:sldId id="264" r:id="rId7"/>
    <p:sldId id="265" r:id="rId8"/>
    <p:sldId id="266" r:id="rId9"/>
    <p:sldId id="267" r:id="rId10"/>
    <p:sldId id="269" r:id="rId11"/>
    <p:sldId id="268" r:id="rId12"/>
    <p:sldId id="262" r:id="rId13"/>
  </p:sldIdLst>
  <p:sldSz cx="18288000" cy="10287000"/>
  <p:notesSz cx="6858000" cy="9144000"/>
  <p:embeddedFontLst>
    <p:embeddedFont>
      <p:font typeface="KoPubWorldDotum_Pro Bold" pitchFamily="2" charset="-127"/>
      <p:bold r:id="rId14"/>
    </p:embeddedFont>
    <p:embeddedFont>
      <p:font typeface="KoPubWorldDotum_Pro Medium" pitchFamily="2" charset="-127"/>
      <p:regular r:id="rId15"/>
      <p:bold r:id="rId16"/>
    </p:embeddedFont>
    <p:embeddedFont>
      <p:font typeface="Calibri" panose="020F0502020204030204" pitchFamily="34" charset="0"/>
      <p:regular r:id="rId17"/>
      <p:bold r:id="rId18"/>
      <p:italic r:id="rId19"/>
      <p:boldItalic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 autoAdjust="0"/>
    <p:restoredTop sz="94650" autoAdjust="0"/>
  </p:normalViewPr>
  <p:slideViewPr>
    <p:cSldViewPr>
      <p:cViewPr varScale="1">
        <p:scale>
          <a:sx n="80" d="100"/>
          <a:sy n="80" d="100"/>
        </p:scale>
        <p:origin x="280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1T00:50:19.6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1310 54 24575,'-51'0'0,"1"0"0,15 0 0,-18 0 0,5 0 0,35 0 0,3 0 0,-3 0 0,-10 0 0,-10 0 0,-6 0 0,1 0 0,10 0 0,8 0 0,0 0 0,-3 0 0,-5 0 0,-2 0 0,6 0 0,6 0 0,-1 0 0,-11 0 0,-18 0 0,-15 0 0,-1 0 0,13 0 0,20 0 0,15 0 0,8 0 0,3 0 0,-1 0 0,-7 0 0,-9 0 0,-11 0 0,-9-4 0,2-3 0,5-1 0,14 0 0,9 5 0,6 2 0,2-2 0,-1 0 0,-3 0 0,-9 2 0,-7-1 0,-4-1 0,1-1 0,9 1 0,5 2 0,10 1 0,3 0 0,3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1T00:50:23.1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1934 0 24575,'-8'0'0,"1"0"0,-3 0 0,0 0 0,0 0 0,-4 0 0,-4 0 0,-9 0 0,-2 0 0,4 0 0,5 0 0,10 0 0,2 0 0,0 0 0,-3 0 0,-2 0 0,-1 0 0,1 0 0,3 0 0,3 0 0,0 0 0,-3 0 0,-4 0 0,-6 0 0,-1 0 0,2 0 0,4 0 0,3 0 0,3 0 0,-1 0 0,-8 0 0,-11 0 0,-10 0 0,-3 0 0,7 0 0,10 0 0,9 0 0,6 0 0,-7 0 0,-8 0 0,-14 0 0,-4 0 0,5 0 0,9 0 0,6 0 0,-3 0 0,-5 0 0,-12 0 0,-1 0 0,6 0 0,10 0 0,11 0 0,-1 0 0,-6 0 0,-11 0 0,-3 3 0,4 0 0,10 1 0,8-2 0,1-2 0,-3 0 0,-5 0 0,-1 0 0,4 0 0,4 0 0,5 0 0,0 0 0,-9 0 0,-9 0 0,-6 0 0,0 0 0,6 0 0,10 0 0,5 0 0,-1 2 0,-10 2 0,-12 0 0,-6 2 0,3-1 0,10-2 0,10 0 0,5-3 0,-1 0 0,-3 0 0,-1 0 0,1 0 0,1 0 0,3 0 0,1 0 0,3 0 0,6 0 0,7 0 0,6 0 0,1 0 0,-3 0 0,-3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1T00:50:31.9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2560 84 24575,'-20'0'0,"-28"0"0,-19-3 0,-6-1 0,12 0 0,32 1 0,5 3 0,-4 0 0,-18 0 0,-20 0 0,-7 0 0,3 0 0,15 0 0,17 0 0,9 0 0,-1-3 0,-11-2 0,-11-2 0,-6 0 0,10 0 0,12 0 0,14 4 0,8 0 0,-2 3 0,-4 0 0,-14-1 0,-13-2 0,-7-2 0,-4 2 0,4 0 0,1 3 0,0 0 0,-10 0 0,-13 0 0,-10 0 0,-3 0 0,6 0 0,11 0 0,11 0 0,8 0 0,8 0 0,5-3 0,0 0 0,0-1 0,-4 2 0,1 2 0,4 0 0,8 0 0,9 0 0,6 0 0,-3 0 0,-12 0 0,-10 0 0,-2 0 0,8 0 0,13 0 0,13 0 0,10 0 0,5 0 0,5 0 0,1 0 0,-1 0 0,-1 0 0,0 0 0,-3 0 0,1 3 0,0 2 0,1 1 0,0-1 0,-4-3 0,-2-2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1T00:50:45.6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10086 1 24575,'-17'0'0,"0"0"0,-2 0 0,5 0 0,4 0 0,-4 0 0,-7 0 0,-9 0 0,-4 0 0,3 0 0,6 0 0,9 0 0,3 0 0,-2 2 0,-11 2 0,-9 3 0,-4-1 0,3 1 0,8-1 0,9-2 0,-4-2 0,-7-2 0,-17 4 0,-14 1 0,-1-1 0,10 0 0,12-1 0,-1 2 0,-16 3 0,-17 1 0,-6-1 0,11-1 0,19-3 0,14-3 0,0-1 0,-13 0 0,-19 4 0,-12 1 0,2-1 0,15 0 0,20-4 0,11 0 0,-2 0 0,-22 0 0,-26 4 0,30-2 0,-2 0 0,-6 1 0,0 0 0,1 1 0,3-1 0,4-1 0,3 0 0,-32 2 0,15-2 0,4-2 0,1 0 0,3 0 0,-3 0 0,10 0 0,-10 0 0,6 0 0,-6 0 0,0 0 0,-1 0 0,0 0 0,1 0 0,-6 0 0,-2 0 0,-6 0 0,-6 0 0,-1 0 0,-4 0 0,5 0 0,2 0 0,4 0 0,1 0 0,0 0 0,-1 0 0,-10 0 0,-4 0 0,-4 0 0,-3 0 0,0 0 0,46 0 0,-1 0 0,-2 0 0,0 0 0,-2 0 0,0 0 0,-3 0 0,0 0 0,-9 0 0,-1 0 0,-8 0 0,-2 0 0,-3 0 0,0 0 0,1 0 0,2 0 0,9 0 0,3 0 0,9 0 0,3 0 0,-36 0 0,12 0 0,4 0 0,1 0 0,-3 0 0,3 0 0,-2 0 0,-3 0 0,3 0 0,2 0 0,7 0 0,2 0 0,-5 0 0,-7 0 0,-3 0 0,-1 0 0,6 0 0,0 0 0,-4 0 0,-1 0 0,0 0 0,9 0 0,7 0 0,10 0 0,4 0 0,3 0 0,2 0 0,-1 0 0,-4 0 0,-6 0 0,-11 0 0,-10 0 0,-10 0 0,-6 0 0,0 0 0,2 0 0,10 0 0,6 0 0,8 0 0,4-3 0,4-1 0,5-1 0,4 2 0,7 3 0,2 0 0,4 0 0,-3 0 0,-9 0 0,-11 0 0,-11 0 0,-3 0 0,4 0 0,7 0 0,-2 0 0,0 0 0,-5 0 0,-2 0 0,3 0 0,1 0 0,2 0 0,7 0 0,8 0 0,10 0 0,9 0 0,6 0 0,2 0 0,1 0 0,2 0 0,3 0 0,4 0 0,6 0 0,6 0-1696,9 4 0,-4-3 0,5 4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1T00:51:02.9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0 112 15065,'8'0'0,"3"0"4019,7 0-4019,4 0 1643,3 0-1643,1 0 889,0 0-889,-1 0 2959,1 0-2959,0 0 0,-1 0 0,2 0 0,2 4 0,5 0 0,7-1 0,3 0 0,6 0 0,9 1 0,1 3 0,-1-1 0,-7 1 0,-12-1 0,-6 1 0,-5-1 0,-4-1 0,5 3 0,0-2 0,-1 1 0,-5-1 0,-10-2 0,-4-1 0,-3-2 0,2-1 0,5 0 0,5 0 0,8 0 0,7 0 0,5 0 0,4 0 0,0 0 0,4 0 0,0 0 0,-4 0 0,-6 0 0,-10 0 0,-8 0 0,-3 0 0,-1 0 0,3 0 0,5 0 0,4 0 0,2 0 0,2 0 0,-1 0 0,2 0 0,2 0 0,9 0 0,5 0 0,3 0 0,0 0 0,-8 3 0,-2 0 0,-3 0 0,4 0 0,8-3 0,2 0 0,3 0 0,-2 0 0,-3 0 0,7 0 0,2 0 0,10 0 0,8 0 0,-3 0 0,-6 0 0,-10 0 0,-10 0 0,-1 0 0,2 0 0,4 0 0,1 0 0,-2 0 0,-3 0 0,-9 0 0,-2 0 0,1 0 0,2 0 0,8 0 0,9 0 0,6 0 0,7 0 0,5 0 0,3-3 0,-1-1 0,-5 0 0,-11 0 0,-9 4 0,-2 0 0,3 0 0,15 0 0,11 0 0,11 0 0,3 0 0,-8 0 0,-9 0 0,-10 0 0,-3 0 0,2 0 0,7 0 0,-1 0 0,-2 0 0,-4 0 0,-9 0 0,0-4 0,4-1 0,6-3 0,6 2 0,4 2 0,1 2 0,2 2 0,3-3 0,1-5 0,0-5 0,7-3 0,6 0 0,-45 10 0,-1 0 0,1 1 0,-1 1 0,46-4 0,-7 2 0,-9 1 0,-8 1 0,-8 3 0,-7-2 0,-2 0 0,1-4 0,7 1 0,3 2 0,0 1 0,-4 3 0,-15-1 0,-9-2 0,-4 0 0,7 0 0,17 0 0,14 3 0,6 0 0,-4 0 0,-6 0 0,-6-3 0,-2-1 0,1 0 0,-5 1 0,-6 3 0,-10 0 0,-8 0 0,-7 0 0,-6 0 0,-5 0 0,-5 0 0,-3 0 0,-1 0 0,0 0 0,-1 0 0,0 0 0,1 0 0,3 0 0,3 0 0,8 0 0,7 0 0,3 0 0,0 0 0,0 0 0,-7 0 0,-3 0 0,-5 0 0,1 0 0,3 0 0,14 0 0,10 0 0,4 0 0,2 0 0,-8 2 0,-7 2 0,-4-1 0,-4 3 0,0-3 0,-1 2 0,1 0 0,0-2 0,-1 3 0,5-2 0,0 0 0,4-2 0,1 0 0,1 1 0,2 1 0,1 0 0,1-2 0,-3-2 0,1 0 0,0 0 0,-1 0 0,1 0 0,4 0 0,2 0 0,1 0 0,-1 0 0,-3 0 0,2 0 0,1 0 0,1 0 0,-5 0 0,-1 0 0,-5 0 0,-4 0 0,-1 0 0,-1 0 0,2 0 0,0 0 0,0 0 0,-6 0 0,-2 0 0,0 0 0,2 0 0,6 0 0,4 0 0,4 0 0,2 0 0,3 0 0,-1 0 0,3 0 0,2 0 0,0 0 0,-4-1 0,-6-3 0,-7 1 0,-5 0 0,1 2 0,0-2 0,4-1 0,0 1 0,1-1 0,-3 1 0,-2-1 0,0 1 0,-1 2 0,1-2 0,-3-1 0,-3 1 0,-4 0 0,-4 3 0,-2 0 0,-2 0 0,5-2 0,4-2 0,5-2 0,7 0 0,1-1 0,0 1 0,0 2 0,-5 2 0,1 2 0,0 0 0,-1 0 0,1 0 0,0 0 0,-1 0 0,5 0 0,0 0 0,4 0 0,1 0 0,-5 0 0,0 0 0,-5 0 0,1 0 0,-4 0 0,-4 0 0,-2 0 0,-2 0 0,3 0 0,2 0 0,3 0 0,2 0 0,2 0 0,-1 0 0,1 0 0,-3 0 0,-1 0 0,-5 0 0,-2 0 0,-2 0 0,0 0 0,0 0 0,1 0 0,0 0 0,0 0 0,-3 0 0,1 0 0,0 0 0,4 0 0,3 0 0,4 0 0,2 0 0,1 0 0,0 0 0,-1 0 0,1 0 0,-3 0 0,-2 0 0,-3 0 0,-2 0 0,1 0 0,-3 0 0,-2 0 0,0 0 0,0 0 0,3 0 0,5 0 0,2 0 0,3 0 0,1 0 0,-1 0 0,-3 2 0,-3 1 0,-5 0 0,-3-1 0,0-1 0,-1 2 0,0 0 0,-1 0 0,1-2 0,0-1 0,1 0 0,3 0 0,1 0 0,3 2 0,3 1 0,2 1 0,2-1 0,0-3 0,2 0 0,5 0 0,2 0 0,1 0 0,-3 0 0,-4 0 0,-2 0 0,-3 0 0,-1 3 0,-2 0 0,-1 1 0,-1-2 0,1-2 0,2 0 0,3 0 0,1 0 0,1 0 0,-1 0 0,-3 0 0,-5 2 0,-1 1 0,-2 0 0,3-1 0,4-1 0,0-1 0,-1 0 0,-4 0 0,-3 0 0,-2 0 0,4 0 0,1 0 0,0 2 0,-1 1 0,-3 0 0,0-1 0,0-2 0,3 0 0,1 0 0,4 0 0,-1 0 0,1 3 0,2 1 0,-2-1 0,0 0 0,-4-3 0,-5 0 0,-2 0 0,-3 0 0,0 2 0,0 1 0,1 0 0,0-1 0,0-2 0,0 0 0,0 0 0,2 0 0,3 0 0,6 0 0,4 0 0,2 0 0,2 0 0,-1 0 0,1 0 0,-1 0 0,1 0 0,4 0 0,0 0 0,1 0 0,-3 0 0,-7 0 0,-6 0 0,-5 0 0,-1 0 0,4 0 0,6 0 0,0 0 0,-3 0 0,-5 0 0,-4 0 0,4 0 0,5 0 0,5 0 0,5 0 0,-1 0 0,-4 0 0,-4 0 0,-5 0 0,0 0 0,6 0 0,3 0 0,3 0 0,-6 0 0,-4 0 0,-7 0 0,-1 0 0,-2 0 0,1 0 0,3 2 0,0 1 0,0 0 0,0 0 0,-2-1 0,-2 1 0,-3 1 0,-1 2 0,0 2 0,0 4 0,0 4-1696,0 3 0,0-9 0,0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1T00:51:26.8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1465 0 24575,'-30'0'0,"-6"0"0,-7 0 0,-5 0 0,-5 0 0,-2 0 0,4 0 0,9 0 0,11 0 0,11 0 0,5 0 0,2 0 0,-7 0 0,-23 0 0,-32 0 0,24 0 0,-3 0 0,-4 0 0,1 0 0,1 0 0,3 0 0,-33 0 0,26 0 0,20 0 0,18 0 0,10 0 0,3 0 0,0 0 0,-12 0 0,-16 0 0,-18 0 0,-9 0 0,7 0 0,12 0 0,19 0 0,12 0 0,10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1T00:51:30.8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3920 1 24575,'-50'0'0,"-36"0"0,24 0 0,-5 0 0,-7 0 0,-1 0 0,0 0 0,2 0 0,9 0 0,1 0 0,6 0 0,0 0 0,5 0 0,1 0 0,-44 0 0,-1 0 0,0 0 0,45 0 0,0 0 0,-3 0 0,0 0 0,2 0 0,1 0 0,-46 0 0,5 0 0,6 0 0,-1 0 0,-5 0 0,-5 3 0,46 1 0,-1 0 0,-3 1 0,-2 2 0,0 1 0,-1 1 0,1-2 0,0 0 0,0 0 0,0 0 0,5-2 0,0 0 0,-47 0 0,5-2 0,8-3 0,4 0 0,9 0 0,6 3 0,3 1 0,-3 4 0,-11 1 0,-13 0 0,40-5 0,0 0 0,0 0 0,2 0 0,-33 2 0,24-2 0,25 0 0,18-4 0,8 0 0,5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1T00:51:33.8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5068 120 24575,'-16'0'0,"-11"0"0,-22 0 0,-21 0 0,-22 0 0,38 0 0,-2 0 0,-3 0 0,0 0 0,-3 0 0,-1 0 0,2 0 0,-1 0 0,1 0 0,0 0 0,0 0 0,1 0 0,2 0 0,0 0 0,2 0 0,-1 0 0,1 0 0,-1 0 0,-3 0 0,0 0 0,-4 0 0,-1 0 0,-4 0 0,-1 0 0,0 0 0,-1 0 0,-2 0 0,-1 0 0,0 0 0,1 0 0,1 0 0,2 0 0,3 0 0,1 0 0,5 0 0,1 0 0,3 0 0,1 0 0,2 0 0,0 0 0,-4 0 0,-2 0 0,-3 0 0,-2 0 0,-5 0 0,-1 0 0,-6 0 0,1 0 0,3 0 0,2 0 0,3 0 0,2 0 0,6 0 0,3 0 0,-40 0 0,10 0 0,15 0 0,10-6 0,7-2 0,2-3 0,-4 0 0,-6 3 0,-11 0 0,-12 4 0,-12 2 0,45 0 0,1 0 0,0-2 0,1 0 0,-45-9 0,14 1 0,18 4 0,15 1 0,17 4 0,9-1 0,9 1 0,9 3 0,6 0-1696,10 0 0,-5 0 0,2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1T00:51:36.9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5424 0 8191,'-8'6'0,"-3"-3"5063,-4-1-5063,-6-2 2818,-13 0-2818,-5 0 1719,-7 0-1719,-7 0 6784,-11 0-6784,-26 0 0,37 0 0,-4 0 0,-5 0 0,-1 0 0,-1 0 0,0 0 0,4 0 0,0 0 0,2 0 0,1 0 0,3 0 0,0 0 0,3 0 0,0 0 0,0 0 0,1 0 0,-46 0 0,4 0 0,1 0 0,0 0 0,-6 4 0,46 0 0,-2 1 0,-3 0 0,-1 0 0,-4 1 0,-1 0 0,-6 1 0,-1-1 0,-6 0 0,-1 1 0,0 1 0,-2 0 0,0-1 0,0 1 0,1-1 0,1-1 0,-3 0 0,1-1 0,-4-1 0,1-2 0,-1 1 0,2-1 0,5-2 0,2 0 0,11 0 0,4 0 0,-27 0 0,32 0 0,21 0 0,11 0 0,-2 0 0,-17 3 0,-30 7 0,-25 3 0,40-4 0,0-1 0,2-1 0,1 0 0,-35 0 0,16-4 0,19-3 0,12 0 0,5 0 0,-5 0 0,-9 0 0,-9 0 0,0 0 0,4 0 0,8 0 0,12 0 0,7 0 0,8 0 0,5 0 0,2 0 0,5 0 0,2 0 0,-1 0 0,-5 0 0,-13 0 0,-11 0 0,-9 0 0,4 0 0,11 0 0,8 0 0,6 0 0,-8 0 0,-4 0 0,-7 0 0,-1 0 0,0 0 0,2 0 0,4 0 0,6 0 0,10 0 0,7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1T00:52:21.2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24575,'0'0'0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1T00:52:22.4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24575,'0'0'0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1T01:01:07.9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3253 1 14236,'-36'0'0,"-30"0"2135,9 0 0,-5 0-2135,-2 0 0,0 0 895,10 0 1,4 0-896,-26 0 978,21 0-978,-9 0 3300,-24 0-3300,32 0 0,-1 0 0,-2 0 0,1 0 0,5 0 0,2 0 0,-33 0 0,16 0 0,1 0 0,-1 0 0,1 0 0,6 0 0,-1 0 0,-11 4 0,-27 1 0,37-1 0,-2 1 0,-3 0 0,-1-1 0,3-1 0,2-1 0,6 1 0,3 0 0,-41 1 0,5 1 0,2-1 0,4-2 0,9 0 0,12 2 0,17 0 0,9 1 0,1-1 0,-1 2 0,-5 0 0,3-2 0,4-1 0,10-3 0,8 0 0,7 0 0,3 0 0,-5 0 0,-10 0 0,-10 0 0,-6 0 0,8 0 0,8 0 0,11-2 0,7-1 0,3-2 0,2 0 0,0 2 0,0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image" Target="../media/image13.png"/><Relationship Id="rId18" Type="http://schemas.openxmlformats.org/officeDocument/2006/relationships/customXml" Target="../ink/ink8.xml"/><Relationship Id="rId3" Type="http://schemas.openxmlformats.org/officeDocument/2006/relationships/image" Target="../media/image8.png"/><Relationship Id="rId21" Type="http://schemas.openxmlformats.org/officeDocument/2006/relationships/image" Target="../media/image17.png"/><Relationship Id="rId7" Type="http://schemas.openxmlformats.org/officeDocument/2006/relationships/image" Target="../media/image10.png"/><Relationship Id="rId12" Type="http://schemas.openxmlformats.org/officeDocument/2006/relationships/customXml" Target="../ink/ink5.xml"/><Relationship Id="rId17" Type="http://schemas.openxmlformats.org/officeDocument/2006/relationships/image" Target="../media/image15.png"/><Relationship Id="rId2" Type="http://schemas.openxmlformats.org/officeDocument/2006/relationships/image" Target="../media/image1.png"/><Relationship Id="rId16" Type="http://schemas.openxmlformats.org/officeDocument/2006/relationships/customXml" Target="../ink/ink7.xml"/><Relationship Id="rId20" Type="http://schemas.openxmlformats.org/officeDocument/2006/relationships/customXml" Target="../ink/ink9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.xml"/><Relationship Id="rId11" Type="http://schemas.openxmlformats.org/officeDocument/2006/relationships/image" Target="../media/image12.png"/><Relationship Id="rId24" Type="http://schemas.openxmlformats.org/officeDocument/2006/relationships/customXml" Target="../ink/ink11.xml"/><Relationship Id="rId5" Type="http://schemas.openxmlformats.org/officeDocument/2006/relationships/image" Target="../media/image9.png"/><Relationship Id="rId15" Type="http://schemas.openxmlformats.org/officeDocument/2006/relationships/image" Target="../media/image14.png"/><Relationship Id="rId23" Type="http://schemas.openxmlformats.org/officeDocument/2006/relationships/image" Target="../media/image18.png"/><Relationship Id="rId10" Type="http://schemas.openxmlformats.org/officeDocument/2006/relationships/customXml" Target="../ink/ink4.xml"/><Relationship Id="rId19" Type="http://schemas.openxmlformats.org/officeDocument/2006/relationships/image" Target="../media/image16.png"/><Relationship Id="rId4" Type="http://schemas.openxmlformats.org/officeDocument/2006/relationships/customXml" Target="../ink/ink1.xml"/><Relationship Id="rId9" Type="http://schemas.openxmlformats.org/officeDocument/2006/relationships/image" Target="../media/image11.png"/><Relationship Id="rId14" Type="http://schemas.openxmlformats.org/officeDocument/2006/relationships/customXml" Target="../ink/ink6.xml"/><Relationship Id="rId22" Type="http://schemas.openxmlformats.org/officeDocument/2006/relationships/customXml" Target="../ink/ink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customXml" Target="../ink/ink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3700"/>
            <a:ext cx="18288000" cy="10287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8140700"/>
            <a:ext cx="3416300" cy="850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2600" y="8140700"/>
            <a:ext cx="3416300" cy="8509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03200" y="5461000"/>
            <a:ext cx="10782300" cy="1524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889000" y="3733800"/>
            <a:ext cx="10858500" cy="1828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altLang="ko-KR" sz="10300" spc="-1000" dirty="0" err="1">
                <a:solidFill>
                  <a:srgbClr val="50B26B"/>
                </a:solidFill>
                <a:ea typeface="KoPubWorldDotum_Pro Bold"/>
              </a:rPr>
              <a:t>TodoList</a:t>
            </a:r>
            <a:endParaRPr lang="ko-KR" sz="10300" b="0" i="0" u="none" strike="noStrike" spc="-1000" dirty="0">
              <a:solidFill>
                <a:srgbClr val="50B26B"/>
              </a:solidFill>
              <a:ea typeface="KoPubWorldDotum_Pro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889000" y="2959100"/>
            <a:ext cx="7683500" cy="939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altLang="ko-KR" sz="5300" b="0" i="0" u="none" strike="noStrike" spc="-500" dirty="0">
                <a:solidFill>
                  <a:srgbClr val="000000"/>
                </a:solidFill>
                <a:ea typeface="KoPubWorldDotum_Pro Medium"/>
              </a:rPr>
              <a:t>android</a:t>
            </a:r>
            <a:endParaRPr lang="ko-KR" sz="5300" b="0" i="0" u="none" strike="noStrike" spc="-500" dirty="0">
              <a:solidFill>
                <a:srgbClr val="000000"/>
              </a:solidFill>
              <a:ea typeface="KoPubWorldDotum_Pro Medium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397000" y="8445500"/>
            <a:ext cx="2387600" cy="292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altLang="en-US" sz="1600" b="1" dirty="0">
                <a:solidFill>
                  <a:srgbClr val="FFFFFF"/>
                </a:solidFill>
                <a:latin typeface="KoPubWorldDotum_Pro Medium"/>
              </a:rPr>
              <a:t>안드로이드 개인 프로젝트</a:t>
            </a:r>
            <a:endParaRPr lang="en-US" sz="1600" b="1" i="0" u="none" strike="noStrike" dirty="0">
              <a:solidFill>
                <a:srgbClr val="FFFFFF"/>
              </a:solidFill>
              <a:latin typeface="KoPubWorldDotum_Pro Medium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4813300" y="8432800"/>
            <a:ext cx="2387600" cy="292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sz="1600" b="0" i="0" u="none" strike="noStrike" dirty="0">
                <a:solidFill>
                  <a:srgbClr val="FFFFFF"/>
                </a:solidFill>
                <a:ea typeface="KoPubWorldDotum_Pro Medium"/>
              </a:rPr>
              <a:t>작성자</a:t>
            </a:r>
            <a:r>
              <a:rPr lang="en-US" sz="1600" b="0" i="0" u="none" strike="noStrike" dirty="0">
                <a:solidFill>
                  <a:srgbClr val="FFFFFF"/>
                </a:solidFill>
                <a:latin typeface="KoPubWorldDotum_Pro Medium"/>
              </a:rPr>
              <a:t> - </a:t>
            </a:r>
            <a:r>
              <a:rPr lang="ko-KR" altLang="en-US" sz="1600" dirty="0">
                <a:solidFill>
                  <a:srgbClr val="FFFFFF"/>
                </a:solidFill>
                <a:latin typeface="KoPubWorldDotum_Pro Medium"/>
                <a:ea typeface="KoPubWorldDotum_Pro Medium"/>
              </a:rPr>
              <a:t>김민서</a:t>
            </a:r>
            <a:endParaRPr lang="ko-KR" sz="1600" b="0" i="0" u="none" strike="noStrike" dirty="0">
              <a:solidFill>
                <a:srgbClr val="FFFFFF"/>
              </a:solidFill>
              <a:ea typeface="KoPubWorldDotum_Pro Medium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4503400" y="812800"/>
            <a:ext cx="28448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endParaRPr lang="en-US" sz="1500" b="0" i="0" u="none" strike="noStrike" dirty="0">
              <a:solidFill>
                <a:srgbClr val="50B26B"/>
              </a:solidFill>
              <a:latin typeface="KoPubWorldDotum_Pro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91200" cy="102888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876300" y="812800"/>
            <a:ext cx="38100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1500" dirty="0">
                <a:solidFill>
                  <a:srgbClr val="000000"/>
                </a:solidFill>
                <a:latin typeface="KoPubWorldDotum_Pro Medium"/>
              </a:rPr>
              <a:t>Android </a:t>
            </a:r>
            <a:r>
              <a:rPr lang="en-US" sz="1500" dirty="0" err="1">
                <a:solidFill>
                  <a:srgbClr val="000000"/>
                </a:solidFill>
                <a:latin typeface="KoPubWorldDotum_Pro Medium"/>
              </a:rPr>
              <a:t>TodoList</a:t>
            </a:r>
            <a:r>
              <a:rPr lang="en-US" sz="1500" b="0" i="0" u="none" strike="noStrike" dirty="0">
                <a:solidFill>
                  <a:srgbClr val="000000"/>
                </a:solidFill>
                <a:latin typeface="KoPubWorldDotum_Pro Medium"/>
              </a:rPr>
              <a:t>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566900" y="812800"/>
            <a:ext cx="28448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endParaRPr lang="en-US" sz="1500" b="0" i="0" u="none" strike="noStrike" dirty="0">
              <a:solidFill>
                <a:srgbClr val="50B26B"/>
              </a:solidFill>
              <a:latin typeface="KoPubWorldDotum_Pro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876300" y="2991853"/>
            <a:ext cx="5778500" cy="571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3200" spc="-300" dirty="0">
                <a:solidFill>
                  <a:srgbClr val="000000"/>
                </a:solidFill>
                <a:latin typeface="KoPubWorldDotum_Pro Medium"/>
                <a:ea typeface="KoPubWorldDotum_Pro Medium"/>
              </a:rPr>
              <a:t>연결할 </a:t>
            </a:r>
            <a:r>
              <a:rPr lang="en-US" altLang="ko-KR" sz="3200" spc="-300" dirty="0">
                <a:solidFill>
                  <a:srgbClr val="000000"/>
                </a:solidFill>
                <a:latin typeface="KoPubWorldDotum_Pro Medium"/>
                <a:ea typeface="KoPubWorldDotum_Pro Medium"/>
              </a:rPr>
              <a:t>DB</a:t>
            </a:r>
            <a:r>
              <a:rPr lang="ko-KR" altLang="en-US" sz="3200" spc="-300" dirty="0">
                <a:solidFill>
                  <a:srgbClr val="000000"/>
                </a:solidFill>
                <a:latin typeface="KoPubWorldDotum_Pro Medium"/>
                <a:ea typeface="KoPubWorldDotum_Pro Medium"/>
              </a:rPr>
              <a:t>와 </a:t>
            </a:r>
            <a:r>
              <a:rPr lang="ko-KR" altLang="en-US" sz="3200" b="0" i="0" u="none" strike="noStrike" spc="-300" dirty="0">
                <a:solidFill>
                  <a:srgbClr val="000000"/>
                </a:solidFill>
                <a:latin typeface="KoPubWorldDotum_Pro Medium"/>
                <a:ea typeface="KoPubWorldDotum_Pro Medium"/>
              </a:rPr>
              <a:t>테이블</a:t>
            </a:r>
            <a:endParaRPr lang="en-US" sz="3200" b="0" i="0" u="none" strike="noStrike" spc="-300" dirty="0">
              <a:solidFill>
                <a:srgbClr val="000000"/>
              </a:solidFill>
              <a:latin typeface="KoPubWorldDotum_Pro Medium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876300" y="1848853"/>
            <a:ext cx="5829300" cy="977900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lvl="0" algn="l">
              <a:lnSpc>
                <a:spcPct val="99600"/>
              </a:lnSpc>
            </a:pPr>
            <a:r>
              <a:rPr lang="en-US" altLang="ko-KR" sz="5500" spc="-500" dirty="0">
                <a:solidFill>
                  <a:srgbClr val="50B26B"/>
                </a:solidFill>
                <a:ea typeface="KoPubWorldDotum_Pro Bold"/>
              </a:rPr>
              <a:t>DB table</a:t>
            </a:r>
            <a:endParaRPr lang="ko-KR" sz="5500" b="0" i="0" u="none" strike="noStrike" spc="-500" dirty="0">
              <a:solidFill>
                <a:srgbClr val="50B26B"/>
              </a:solidFill>
              <a:ea typeface="KoPubWorldDotum_Pro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6573500" y="9588500"/>
            <a:ext cx="8763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endParaRPr lang="en-US" sz="1500" b="0" i="0" u="none" strike="noStrike" dirty="0">
              <a:solidFill>
                <a:srgbClr val="50B26B"/>
              </a:solidFill>
              <a:latin typeface="KoPubWorldDotum_Pro Bold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675977D9-C1CB-064E-B931-0D5771A9D9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0711" y="1854200"/>
            <a:ext cx="11419089" cy="58801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4A64A32F-3A2E-4745-86A5-EDE7FCAA81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0711" y="7861968"/>
            <a:ext cx="9931400" cy="16383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91200" cy="102888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876300" y="812800"/>
            <a:ext cx="38100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1500" dirty="0">
                <a:solidFill>
                  <a:srgbClr val="000000"/>
                </a:solidFill>
                <a:latin typeface="KoPubWorldDotum_Pro Medium"/>
              </a:rPr>
              <a:t>Android </a:t>
            </a:r>
            <a:r>
              <a:rPr lang="en-US" sz="1500" dirty="0" err="1">
                <a:solidFill>
                  <a:srgbClr val="000000"/>
                </a:solidFill>
                <a:latin typeface="KoPubWorldDotum_Pro Medium"/>
              </a:rPr>
              <a:t>TodoList</a:t>
            </a:r>
            <a:r>
              <a:rPr lang="en-US" sz="1500" b="0" i="0" u="none" strike="noStrike" dirty="0">
                <a:solidFill>
                  <a:srgbClr val="000000"/>
                </a:solidFill>
                <a:latin typeface="KoPubWorldDotum_Pro Medium"/>
              </a:rPr>
              <a:t>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566900" y="812800"/>
            <a:ext cx="28448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endParaRPr lang="en-US" sz="1500" b="0" i="0" u="none" strike="noStrike" dirty="0">
              <a:solidFill>
                <a:srgbClr val="50B26B"/>
              </a:solidFill>
              <a:latin typeface="KoPubWorldDotum_Pro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876300" y="4104106"/>
            <a:ext cx="5778500" cy="571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3200" b="0" i="0" u="none" strike="noStrike" spc="-300" dirty="0">
                <a:solidFill>
                  <a:srgbClr val="000000"/>
                </a:solidFill>
                <a:latin typeface="KoPubWorldDotum_Pro Medium"/>
                <a:ea typeface="KoPubWorldDotum_Pro Medium"/>
              </a:rPr>
              <a:t>연결 </a:t>
            </a:r>
            <a:r>
              <a:rPr lang="en-US" altLang="ko-KR" sz="3200" b="0" i="0" u="none" strike="noStrike" spc="-300" dirty="0" err="1">
                <a:solidFill>
                  <a:srgbClr val="000000"/>
                </a:solidFill>
                <a:latin typeface="KoPubWorldDotum_Pro Medium"/>
                <a:ea typeface="KoPubWorldDotum_Pro Medium"/>
              </a:rPr>
              <a:t>ip</a:t>
            </a:r>
            <a:r>
              <a:rPr lang="en-US" altLang="ko-KR" sz="3200" b="0" i="0" u="none" strike="noStrike" spc="-300" dirty="0">
                <a:solidFill>
                  <a:srgbClr val="000000"/>
                </a:solidFill>
                <a:latin typeface="KoPubWorldDotum_Pro Medium"/>
                <a:ea typeface="KoPubWorldDotum_Pro Medium"/>
              </a:rPr>
              <a:t> : localhost:3306</a:t>
            </a:r>
          </a:p>
          <a:p>
            <a:pPr lvl="0" algn="l">
              <a:lnSpc>
                <a:spcPct val="99600"/>
              </a:lnSpc>
            </a:pPr>
            <a:endParaRPr lang="en-US" altLang="ko-KR" sz="3200" b="0" i="0" u="none" strike="noStrike" spc="-300" dirty="0">
              <a:solidFill>
                <a:srgbClr val="000000"/>
              </a:solidFill>
              <a:latin typeface="KoPubWorldDotum_Pro Medium"/>
              <a:ea typeface="KoPubWorldDotum_Pro Medium"/>
            </a:endParaRPr>
          </a:p>
          <a:p>
            <a:pPr lvl="0" algn="l">
              <a:lnSpc>
                <a:spcPct val="99600"/>
              </a:lnSpc>
            </a:pPr>
            <a:r>
              <a:rPr lang="ko-KR" altLang="en-US" sz="3200" spc="-300" dirty="0">
                <a:solidFill>
                  <a:srgbClr val="000000"/>
                </a:solidFill>
                <a:latin typeface="KoPubWorldDotum_Pro Medium"/>
                <a:ea typeface="KoPubWorldDotum_Pro Medium"/>
              </a:rPr>
              <a:t>유저 </a:t>
            </a:r>
            <a:r>
              <a:rPr lang="en-US" altLang="ko-KR" sz="3200" spc="-300" dirty="0">
                <a:solidFill>
                  <a:srgbClr val="000000"/>
                </a:solidFill>
                <a:latin typeface="KoPubWorldDotum_Pro Medium"/>
                <a:ea typeface="KoPubWorldDotum_Pro Medium"/>
              </a:rPr>
              <a:t>:</a:t>
            </a:r>
            <a:r>
              <a:rPr lang="ko-KR" altLang="en-US" sz="3200" spc="-300" dirty="0">
                <a:solidFill>
                  <a:srgbClr val="000000"/>
                </a:solidFill>
                <a:latin typeface="KoPubWorldDotum_Pro Medium"/>
                <a:ea typeface="KoPubWorldDotum_Pro Medium"/>
              </a:rPr>
              <a:t> </a:t>
            </a:r>
            <a:r>
              <a:rPr lang="en-US" altLang="ko-KR" sz="3200" spc="-300" dirty="0">
                <a:solidFill>
                  <a:srgbClr val="000000"/>
                </a:solidFill>
                <a:latin typeface="KoPubWorldDotum_Pro Medium"/>
                <a:ea typeface="KoPubWorldDotum_Pro Medium"/>
              </a:rPr>
              <a:t>test1</a:t>
            </a:r>
          </a:p>
          <a:p>
            <a:pPr lvl="0" algn="l">
              <a:lnSpc>
                <a:spcPct val="99600"/>
              </a:lnSpc>
            </a:pPr>
            <a:endParaRPr lang="en-US" altLang="ko-KR" sz="3200" spc="-300" dirty="0">
              <a:solidFill>
                <a:srgbClr val="000000"/>
              </a:solidFill>
              <a:latin typeface="KoPubWorldDotum_Pro Medium"/>
              <a:ea typeface="KoPubWorldDotum_Pro Medium"/>
            </a:endParaRPr>
          </a:p>
          <a:p>
            <a:pPr lvl="0" algn="l">
              <a:lnSpc>
                <a:spcPct val="99600"/>
              </a:lnSpc>
            </a:pPr>
            <a:r>
              <a:rPr lang="en-US" sz="3200" b="0" i="0" u="none" strike="noStrike" spc="-300" dirty="0">
                <a:solidFill>
                  <a:srgbClr val="000000"/>
                </a:solidFill>
                <a:latin typeface="KoPubWorldDotum_Pro Medium"/>
                <a:ea typeface="KoPubWorldDotum_Pro Medium"/>
              </a:rPr>
              <a:t>Ps : full503</a:t>
            </a:r>
            <a:endParaRPr lang="en-US" sz="3200" b="0" i="0" u="none" strike="noStrike" spc="-300" dirty="0">
              <a:solidFill>
                <a:srgbClr val="000000"/>
              </a:solidFill>
              <a:latin typeface="KoPubWorldDotum_Pro Medium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876300" y="1848853"/>
            <a:ext cx="5829300" cy="977900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lvl="0" algn="l">
              <a:lnSpc>
                <a:spcPct val="99600"/>
              </a:lnSpc>
            </a:pPr>
            <a:r>
              <a:rPr lang="en-US" altLang="ko-KR" sz="5500" spc="-500" dirty="0">
                <a:solidFill>
                  <a:srgbClr val="50B26B"/>
                </a:solidFill>
                <a:ea typeface="KoPubWorldDotum_Pro Bold"/>
              </a:rPr>
              <a:t>DB table</a:t>
            </a:r>
            <a:endParaRPr lang="ko-KR" sz="5500" b="0" i="0" u="none" strike="noStrike" spc="-500" dirty="0">
              <a:solidFill>
                <a:srgbClr val="50B26B"/>
              </a:solidFill>
              <a:ea typeface="KoPubWorldDotum_Pro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6573500" y="9588500"/>
            <a:ext cx="8763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endParaRPr lang="en-US" sz="1500" b="0" i="0" u="none" strike="noStrike" dirty="0">
              <a:solidFill>
                <a:srgbClr val="50B26B"/>
              </a:solidFill>
              <a:latin typeface="KoPubWorldDotum_Pro Bold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1F8B833-B21E-1346-825D-AE17F88B52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5255" y="1257300"/>
            <a:ext cx="11290300" cy="755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26940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91200" cy="102888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876300" y="812800"/>
            <a:ext cx="38100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1500" dirty="0">
                <a:solidFill>
                  <a:srgbClr val="000000"/>
                </a:solidFill>
                <a:latin typeface="KoPubWorldDotum_Pro Medium"/>
              </a:rPr>
              <a:t>Android </a:t>
            </a:r>
            <a:r>
              <a:rPr lang="en-US" sz="1500" dirty="0" err="1">
                <a:solidFill>
                  <a:srgbClr val="000000"/>
                </a:solidFill>
                <a:latin typeface="KoPubWorldDotum_Pro Medium"/>
              </a:rPr>
              <a:t>TodoList</a:t>
            </a:r>
            <a:r>
              <a:rPr lang="en-US" sz="1500" b="0" i="0" u="none" strike="noStrike" dirty="0">
                <a:solidFill>
                  <a:srgbClr val="000000"/>
                </a:solidFill>
                <a:latin typeface="KoPubWorldDotum_Pro Medium"/>
              </a:rPr>
              <a:t>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566900" y="812800"/>
            <a:ext cx="28448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endParaRPr lang="en-US" sz="1500" b="0" i="0" u="none" strike="noStrike" dirty="0">
              <a:solidFill>
                <a:srgbClr val="50B26B"/>
              </a:solidFill>
              <a:latin typeface="KoPubWorldDotum_Pro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876300" y="3310356"/>
            <a:ext cx="5778500" cy="571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altLang="ko-KR" sz="3200" spc="-300" dirty="0">
                <a:solidFill>
                  <a:srgbClr val="000000"/>
                </a:solidFill>
                <a:latin typeface="KoPubWorldDotum_Pro Medium"/>
                <a:ea typeface="KoPubWorldDotum_Pro Medium"/>
              </a:rPr>
              <a:t>MySQL</a:t>
            </a:r>
            <a:r>
              <a:rPr lang="ko-KR" altLang="en-US" sz="3200" spc="-300" dirty="0">
                <a:solidFill>
                  <a:srgbClr val="000000"/>
                </a:solidFill>
                <a:latin typeface="KoPubWorldDotum_Pro Medium"/>
                <a:ea typeface="KoPubWorldDotum_Pro Medium"/>
              </a:rPr>
              <a:t> 과 </a:t>
            </a:r>
            <a:r>
              <a:rPr lang="en-US" altLang="ko-KR" sz="3200" spc="-300" dirty="0">
                <a:solidFill>
                  <a:srgbClr val="000000"/>
                </a:solidFill>
                <a:latin typeface="KoPubWorldDotum_Pro Medium"/>
                <a:ea typeface="KoPubWorldDotum_Pro Medium"/>
              </a:rPr>
              <a:t>Spring </a:t>
            </a:r>
            <a:r>
              <a:rPr lang="ko-KR" altLang="en-US" sz="3200" spc="-300" dirty="0">
                <a:solidFill>
                  <a:srgbClr val="000000"/>
                </a:solidFill>
                <a:latin typeface="KoPubWorldDotum_Pro Medium"/>
                <a:ea typeface="KoPubWorldDotum_Pro Medium"/>
              </a:rPr>
              <a:t>연결부분</a:t>
            </a:r>
            <a:endParaRPr lang="en-US" altLang="ko-KR" sz="3200" b="0" i="0" u="none" strike="noStrike" spc="-300" dirty="0">
              <a:solidFill>
                <a:srgbClr val="000000"/>
              </a:solidFill>
              <a:latin typeface="KoPubWorldDotum_Pro Medium"/>
              <a:ea typeface="KoPubWorldDotum_Pro Medium"/>
            </a:endParaRPr>
          </a:p>
          <a:p>
            <a:pPr lvl="0" algn="l">
              <a:lnSpc>
                <a:spcPct val="99600"/>
              </a:lnSpc>
            </a:pPr>
            <a:endParaRPr lang="en-US" altLang="ko-KR" sz="3200" b="0" i="0" u="none" strike="noStrike" spc="-300" dirty="0">
              <a:solidFill>
                <a:srgbClr val="000000"/>
              </a:solidFill>
              <a:latin typeface="KoPubWorldDotum_Pro Medium"/>
              <a:ea typeface="KoPubWorldDotum_Pro Medium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876300" y="1848853"/>
            <a:ext cx="5829300" cy="977900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lvl="0" algn="l">
              <a:lnSpc>
                <a:spcPct val="99600"/>
              </a:lnSpc>
            </a:pPr>
            <a:r>
              <a:rPr lang="en-US" altLang="ko-KR" sz="5500" spc="-500" dirty="0">
                <a:solidFill>
                  <a:srgbClr val="50B26B"/>
                </a:solidFill>
                <a:ea typeface="KoPubWorldDotum_Pro Bold"/>
              </a:rPr>
              <a:t>DB table</a:t>
            </a:r>
            <a:endParaRPr lang="ko-KR" sz="5500" b="0" i="0" u="none" strike="noStrike" spc="-500" dirty="0">
              <a:solidFill>
                <a:srgbClr val="50B26B"/>
              </a:solidFill>
              <a:ea typeface="KoPubWorldDotum_Pro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6573500" y="9588500"/>
            <a:ext cx="8763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endParaRPr lang="en-US" sz="1500" b="0" i="0" u="none" strike="noStrike" dirty="0">
              <a:solidFill>
                <a:srgbClr val="50B26B"/>
              </a:solidFill>
              <a:latin typeface="KoPubWorldDotum_Pro Bold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D35DF81-1186-6E4A-9D0A-2EA5E5D21E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00" y="4007389"/>
            <a:ext cx="17208500" cy="51816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0" name="잉크 9">
                <a:extLst>
                  <a:ext uri="{FF2B5EF4-FFF2-40B4-BE49-F238E27FC236}">
                    <a16:creationId xmlns:a16="http://schemas.microsoft.com/office/drawing/2014/main" id="{44782493-8F91-BA40-9320-DF30E8B6BAD5}"/>
                  </a:ext>
                </a:extLst>
              </p14:cNvPr>
              <p14:cNvContentPartPr/>
              <p14:nvPr/>
            </p14:nvContentPartPr>
            <p14:xfrm>
              <a:off x="8901486" y="6762947"/>
              <a:ext cx="471600" cy="19440"/>
            </p14:xfrm>
          </p:contentPart>
        </mc:Choice>
        <mc:Fallback>
          <p:pic>
            <p:nvPicPr>
              <p:cNvPr id="10" name="잉크 9">
                <a:extLst>
                  <a:ext uri="{FF2B5EF4-FFF2-40B4-BE49-F238E27FC236}">
                    <a16:creationId xmlns:a16="http://schemas.microsoft.com/office/drawing/2014/main" id="{44782493-8F91-BA40-9320-DF30E8B6BAD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892846" y="6753947"/>
                <a:ext cx="489240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1" name="잉크 10">
                <a:extLst>
                  <a:ext uri="{FF2B5EF4-FFF2-40B4-BE49-F238E27FC236}">
                    <a16:creationId xmlns:a16="http://schemas.microsoft.com/office/drawing/2014/main" id="{3980D08E-7ACB-9046-9550-ABE490DDB161}"/>
                  </a:ext>
                </a:extLst>
              </p14:cNvPr>
              <p14:cNvContentPartPr/>
              <p14:nvPr/>
            </p14:nvContentPartPr>
            <p14:xfrm>
              <a:off x="8855406" y="7025747"/>
              <a:ext cx="696600" cy="14400"/>
            </p14:xfrm>
          </p:contentPart>
        </mc:Choice>
        <mc:Fallback>
          <p:pic>
            <p:nvPicPr>
              <p:cNvPr id="11" name="잉크 10">
                <a:extLst>
                  <a:ext uri="{FF2B5EF4-FFF2-40B4-BE49-F238E27FC236}">
                    <a16:creationId xmlns:a16="http://schemas.microsoft.com/office/drawing/2014/main" id="{3980D08E-7ACB-9046-9550-ABE490DDB16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846406" y="7016747"/>
                <a:ext cx="714240" cy="3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2" name="잉크 11">
                <a:extLst>
                  <a:ext uri="{FF2B5EF4-FFF2-40B4-BE49-F238E27FC236}">
                    <a16:creationId xmlns:a16="http://schemas.microsoft.com/office/drawing/2014/main" id="{14ABE720-E5A4-4B41-B9A9-E0D02343494C}"/>
                  </a:ext>
                </a:extLst>
              </p14:cNvPr>
              <p14:cNvContentPartPr/>
              <p14:nvPr/>
            </p14:nvContentPartPr>
            <p14:xfrm>
              <a:off x="9024246" y="8169827"/>
              <a:ext cx="921600" cy="30600"/>
            </p14:xfrm>
          </p:contentPart>
        </mc:Choice>
        <mc:Fallback>
          <p:pic>
            <p:nvPicPr>
              <p:cNvPr id="12" name="잉크 11">
                <a:extLst>
                  <a:ext uri="{FF2B5EF4-FFF2-40B4-BE49-F238E27FC236}">
                    <a16:creationId xmlns:a16="http://schemas.microsoft.com/office/drawing/2014/main" id="{14ABE720-E5A4-4B41-B9A9-E0D02343494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015246" y="8161187"/>
                <a:ext cx="939240" cy="4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4" name="잉크 13">
                <a:extLst>
                  <a:ext uri="{FF2B5EF4-FFF2-40B4-BE49-F238E27FC236}">
                    <a16:creationId xmlns:a16="http://schemas.microsoft.com/office/drawing/2014/main" id="{8C7048E7-0918-894C-A81D-3410A55E4F72}"/>
                  </a:ext>
                </a:extLst>
              </p14:cNvPr>
              <p14:cNvContentPartPr/>
              <p14:nvPr/>
            </p14:nvContentPartPr>
            <p14:xfrm>
              <a:off x="8405406" y="8431187"/>
              <a:ext cx="3631320" cy="53640"/>
            </p14:xfrm>
          </p:contentPart>
        </mc:Choice>
        <mc:Fallback>
          <p:pic>
            <p:nvPicPr>
              <p:cNvPr id="14" name="잉크 13">
                <a:extLst>
                  <a:ext uri="{FF2B5EF4-FFF2-40B4-BE49-F238E27FC236}">
                    <a16:creationId xmlns:a16="http://schemas.microsoft.com/office/drawing/2014/main" id="{8C7048E7-0918-894C-A81D-3410A55E4F7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396406" y="8422547"/>
                <a:ext cx="3648960" cy="7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5" name="잉크 14">
                <a:extLst>
                  <a:ext uri="{FF2B5EF4-FFF2-40B4-BE49-F238E27FC236}">
                    <a16:creationId xmlns:a16="http://schemas.microsoft.com/office/drawing/2014/main" id="{5FC759E3-EDA4-734E-B02F-B54E0CFC99BB}"/>
                  </a:ext>
                </a:extLst>
              </p14:cNvPr>
              <p14:cNvContentPartPr/>
              <p14:nvPr/>
            </p14:nvContentPartPr>
            <p14:xfrm>
              <a:off x="9426726" y="6494387"/>
              <a:ext cx="5149080" cy="81000"/>
            </p14:xfrm>
          </p:contentPart>
        </mc:Choice>
        <mc:Fallback>
          <p:pic>
            <p:nvPicPr>
              <p:cNvPr id="15" name="잉크 14">
                <a:extLst>
                  <a:ext uri="{FF2B5EF4-FFF2-40B4-BE49-F238E27FC236}">
                    <a16:creationId xmlns:a16="http://schemas.microsoft.com/office/drawing/2014/main" id="{5FC759E3-EDA4-734E-B02F-B54E0CFC99BB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417726" y="6485747"/>
                <a:ext cx="5166720" cy="9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7" name="잉크 16">
                <a:extLst>
                  <a:ext uri="{FF2B5EF4-FFF2-40B4-BE49-F238E27FC236}">
                    <a16:creationId xmlns:a16="http://schemas.microsoft.com/office/drawing/2014/main" id="{D409FBF6-D469-BE40-85CE-1D80B4447E84}"/>
                  </a:ext>
                </a:extLst>
              </p14:cNvPr>
              <p14:cNvContentPartPr/>
              <p14:nvPr/>
            </p14:nvContentPartPr>
            <p14:xfrm>
              <a:off x="6571206" y="5104427"/>
              <a:ext cx="527760" cy="360"/>
            </p14:xfrm>
          </p:contentPart>
        </mc:Choice>
        <mc:Fallback>
          <p:pic>
            <p:nvPicPr>
              <p:cNvPr id="17" name="잉크 16">
                <a:extLst>
                  <a:ext uri="{FF2B5EF4-FFF2-40B4-BE49-F238E27FC236}">
                    <a16:creationId xmlns:a16="http://schemas.microsoft.com/office/drawing/2014/main" id="{D409FBF6-D469-BE40-85CE-1D80B4447E84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562206" y="5095427"/>
                <a:ext cx="5454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8" name="잉크 17">
                <a:extLst>
                  <a:ext uri="{FF2B5EF4-FFF2-40B4-BE49-F238E27FC236}">
                    <a16:creationId xmlns:a16="http://schemas.microsoft.com/office/drawing/2014/main" id="{92B68722-E639-9F49-BF13-5FE17EB638CC}"/>
                  </a:ext>
                </a:extLst>
              </p14:cNvPr>
              <p14:cNvContentPartPr/>
              <p14:nvPr/>
            </p14:nvContentPartPr>
            <p14:xfrm>
              <a:off x="7929126" y="4867187"/>
              <a:ext cx="1411200" cy="54000"/>
            </p14:xfrm>
          </p:contentPart>
        </mc:Choice>
        <mc:Fallback>
          <p:pic>
            <p:nvPicPr>
              <p:cNvPr id="18" name="잉크 17">
                <a:extLst>
                  <a:ext uri="{FF2B5EF4-FFF2-40B4-BE49-F238E27FC236}">
                    <a16:creationId xmlns:a16="http://schemas.microsoft.com/office/drawing/2014/main" id="{92B68722-E639-9F49-BF13-5FE17EB638CC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920486" y="4858547"/>
                <a:ext cx="1428840" cy="7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9" name="잉크 18">
                <a:extLst>
                  <a:ext uri="{FF2B5EF4-FFF2-40B4-BE49-F238E27FC236}">
                    <a16:creationId xmlns:a16="http://schemas.microsoft.com/office/drawing/2014/main" id="{0FD40639-E363-C541-B752-07CE1CF54B2C}"/>
                  </a:ext>
                </a:extLst>
              </p14:cNvPr>
              <p14:cNvContentPartPr/>
              <p14:nvPr/>
            </p14:nvContentPartPr>
            <p14:xfrm>
              <a:off x="2429046" y="8269547"/>
              <a:ext cx="1824480" cy="43560"/>
            </p14:xfrm>
          </p:contentPart>
        </mc:Choice>
        <mc:Fallback>
          <p:pic>
            <p:nvPicPr>
              <p:cNvPr id="19" name="잉크 18">
                <a:extLst>
                  <a:ext uri="{FF2B5EF4-FFF2-40B4-BE49-F238E27FC236}">
                    <a16:creationId xmlns:a16="http://schemas.microsoft.com/office/drawing/2014/main" id="{0FD40639-E363-C541-B752-07CE1CF54B2C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420406" y="8260547"/>
                <a:ext cx="1842120" cy="6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20" name="잉크 19">
                <a:extLst>
                  <a:ext uri="{FF2B5EF4-FFF2-40B4-BE49-F238E27FC236}">
                    <a16:creationId xmlns:a16="http://schemas.microsoft.com/office/drawing/2014/main" id="{135553CD-92C3-5D41-B0B2-11ECB70C6F78}"/>
                  </a:ext>
                </a:extLst>
              </p14:cNvPr>
              <p14:cNvContentPartPr/>
              <p14:nvPr/>
            </p14:nvContentPartPr>
            <p14:xfrm>
              <a:off x="4789566" y="4439147"/>
              <a:ext cx="1952640" cy="74160"/>
            </p14:xfrm>
          </p:contentPart>
        </mc:Choice>
        <mc:Fallback>
          <p:pic>
            <p:nvPicPr>
              <p:cNvPr id="20" name="잉크 19">
                <a:extLst>
                  <a:ext uri="{FF2B5EF4-FFF2-40B4-BE49-F238E27FC236}">
                    <a16:creationId xmlns:a16="http://schemas.microsoft.com/office/drawing/2014/main" id="{135553CD-92C3-5D41-B0B2-11ECB70C6F78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780926" y="4430147"/>
                <a:ext cx="1970280" cy="91800"/>
              </a:xfrm>
              <a:prstGeom prst="rect">
                <a:avLst/>
              </a:prstGeom>
            </p:spPr>
          </p:pic>
        </mc:Fallback>
      </mc:AlternateContent>
      <p:grpSp>
        <p:nvGrpSpPr>
          <p:cNvPr id="23" name="그룹 22">
            <a:extLst>
              <a:ext uri="{FF2B5EF4-FFF2-40B4-BE49-F238E27FC236}">
                <a16:creationId xmlns:a16="http://schemas.microsoft.com/office/drawing/2014/main" id="{FEC2D024-1D5F-3849-81AB-A74DCEA134E6}"/>
              </a:ext>
            </a:extLst>
          </p:cNvPr>
          <p:cNvGrpSpPr/>
          <p:nvPr/>
        </p:nvGrpSpPr>
        <p:grpSpPr>
          <a:xfrm>
            <a:off x="8547606" y="4694027"/>
            <a:ext cx="360" cy="360"/>
            <a:chOff x="8547606" y="4694027"/>
            <a:chExt cx="360" cy="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B290F8F6-CAE7-D04D-964E-35EF139A82ED}"/>
                    </a:ext>
                  </a:extLst>
                </p14:cNvPr>
                <p14:cNvContentPartPr/>
                <p14:nvPr/>
              </p14:nvContentPartPr>
              <p14:xfrm>
                <a:off x="8547606" y="4694027"/>
                <a:ext cx="360" cy="360"/>
              </p14:xfrm>
            </p:contentPart>
          </mc:Choice>
          <mc:Fallback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B290F8F6-CAE7-D04D-964E-35EF139A82E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538966" y="4685027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37610E9B-C396-5140-AE4C-4D3A16133C33}"/>
                    </a:ext>
                  </a:extLst>
                </p14:cNvPr>
                <p14:cNvContentPartPr/>
                <p14:nvPr/>
              </p14:nvContentPartPr>
              <p14:xfrm>
                <a:off x="8547606" y="4694027"/>
                <a:ext cx="360" cy="360"/>
              </p14:xfrm>
            </p:contentPart>
          </mc:Choice>
          <mc:Fallback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37610E9B-C396-5140-AE4C-4D3A16133C3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538966" y="4685027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8274426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91200" cy="102888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876300" y="812800"/>
            <a:ext cx="38100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1500" dirty="0">
                <a:solidFill>
                  <a:srgbClr val="000000"/>
                </a:solidFill>
                <a:latin typeface="KoPubWorldDotum_Pro Medium"/>
              </a:rPr>
              <a:t>Android </a:t>
            </a:r>
            <a:r>
              <a:rPr lang="en-US" sz="1500" dirty="0" err="1">
                <a:solidFill>
                  <a:srgbClr val="000000"/>
                </a:solidFill>
                <a:latin typeface="KoPubWorldDotum_Pro Medium"/>
              </a:rPr>
              <a:t>TodoList</a:t>
            </a:r>
            <a:r>
              <a:rPr lang="en-US" sz="1500" b="0" i="0" u="none" strike="noStrike" dirty="0">
                <a:solidFill>
                  <a:srgbClr val="000000"/>
                </a:solidFill>
                <a:latin typeface="KoPubWorldDotum_Pro Medium"/>
              </a:rPr>
              <a:t>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566900" y="812800"/>
            <a:ext cx="28448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endParaRPr lang="en-US" sz="1500" b="0" i="0" u="none" strike="noStrike" dirty="0">
              <a:solidFill>
                <a:srgbClr val="50B26B"/>
              </a:solidFill>
              <a:latin typeface="KoPubWorldDotum_Pro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876300" y="4104106"/>
            <a:ext cx="5778500" cy="571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3200" b="0" i="0" u="none" strike="noStrike" spc="-300" dirty="0">
                <a:solidFill>
                  <a:srgbClr val="000000"/>
                </a:solidFill>
                <a:latin typeface="KoPubWorldDotum_Pro Medium"/>
                <a:ea typeface="KoPubWorldDotum_Pro Medium"/>
              </a:rPr>
              <a:t>사용할 테이블의 데이터를 담을 </a:t>
            </a:r>
            <a:r>
              <a:rPr lang="en-US" altLang="ko-KR" sz="3200" b="0" i="0" u="none" strike="noStrike" spc="-300" dirty="0">
                <a:solidFill>
                  <a:srgbClr val="000000"/>
                </a:solidFill>
                <a:latin typeface="KoPubWorldDotum_Pro Medium"/>
                <a:ea typeface="KoPubWorldDotum_Pro Medium"/>
              </a:rPr>
              <a:t>DTO</a:t>
            </a:r>
            <a:r>
              <a:rPr lang="ko-KR" altLang="en-US" sz="3200" spc="-300" dirty="0" err="1">
                <a:solidFill>
                  <a:srgbClr val="000000"/>
                </a:solidFill>
                <a:latin typeface="KoPubWorldDotum_Pro Medium"/>
                <a:ea typeface="KoPubWorldDotum_Pro Medium"/>
              </a:rPr>
              <a:t>를</a:t>
            </a:r>
            <a:r>
              <a:rPr lang="ko-KR" altLang="en-US" sz="3200" spc="-300" dirty="0">
                <a:solidFill>
                  <a:srgbClr val="000000"/>
                </a:solidFill>
                <a:latin typeface="KoPubWorldDotum_Pro Medium"/>
                <a:ea typeface="KoPubWorldDotum_Pro Medium"/>
              </a:rPr>
              <a:t> 생성하고 각각의 </a:t>
            </a:r>
            <a:r>
              <a:rPr lang="ko-KR" altLang="en-US" sz="3200" b="0" i="0" u="none" strike="noStrike" spc="-300" dirty="0" err="1">
                <a:solidFill>
                  <a:srgbClr val="000000"/>
                </a:solidFill>
                <a:latin typeface="KoPubWorldDotum_Pro Medium"/>
                <a:ea typeface="KoPubWorldDotum_Pro Medium"/>
              </a:rPr>
              <a:t>컬럼명을</a:t>
            </a:r>
            <a:r>
              <a:rPr lang="ko-KR" altLang="en-US" sz="3200" b="0" i="0" u="none" strike="noStrike" spc="-300" dirty="0">
                <a:solidFill>
                  <a:srgbClr val="000000"/>
                </a:solidFill>
                <a:latin typeface="KoPubWorldDotum_Pro Medium"/>
                <a:ea typeface="KoPubWorldDotum_Pro Medium"/>
              </a:rPr>
              <a:t> 담을 변수를 </a:t>
            </a:r>
            <a:r>
              <a:rPr lang="ko-KR" altLang="en-US" sz="3200" b="0" i="0" u="none" strike="noStrike" spc="-300" dirty="0" err="1">
                <a:solidFill>
                  <a:srgbClr val="000000"/>
                </a:solidFill>
                <a:latin typeface="KoPubWorldDotum_Pro Medium"/>
                <a:ea typeface="KoPubWorldDotum_Pro Medium"/>
              </a:rPr>
              <a:t>카멜켈스로</a:t>
            </a:r>
            <a:r>
              <a:rPr lang="ko-KR" altLang="en-US" sz="3200" b="0" i="0" u="none" strike="noStrike" spc="-300" dirty="0">
                <a:solidFill>
                  <a:srgbClr val="000000"/>
                </a:solidFill>
                <a:latin typeface="KoPubWorldDotum_Pro Medium"/>
                <a:ea typeface="KoPubWorldDotum_Pro Medium"/>
              </a:rPr>
              <a:t> 생성</a:t>
            </a:r>
            <a:endParaRPr lang="en-US" altLang="ko-KR" sz="3200" b="0" i="0" u="none" strike="noStrike" spc="-300" dirty="0">
              <a:solidFill>
                <a:srgbClr val="000000"/>
              </a:solidFill>
              <a:latin typeface="KoPubWorldDotum_Pro Medium"/>
              <a:ea typeface="KoPubWorldDotum_Pro Medium"/>
            </a:endParaRPr>
          </a:p>
          <a:p>
            <a:pPr lvl="0" algn="l">
              <a:lnSpc>
                <a:spcPct val="99600"/>
              </a:lnSpc>
            </a:pPr>
            <a:endParaRPr lang="en-US" sz="3200" b="0" i="0" u="none" strike="noStrike" spc="-300" dirty="0">
              <a:solidFill>
                <a:srgbClr val="000000"/>
              </a:solidFill>
              <a:latin typeface="KoPubWorldDotum_Pro Medium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876300" y="1848853"/>
            <a:ext cx="5829300" cy="977900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lvl="0" algn="l">
              <a:lnSpc>
                <a:spcPct val="99600"/>
              </a:lnSpc>
            </a:pPr>
            <a:r>
              <a:rPr lang="en-US" altLang="ko-KR" sz="5500" spc="-500" dirty="0">
                <a:solidFill>
                  <a:srgbClr val="50B26B"/>
                </a:solidFill>
                <a:ea typeface="KoPubWorldDotum_Pro Bold"/>
              </a:rPr>
              <a:t>DB table</a:t>
            </a:r>
            <a:endParaRPr lang="ko-KR" sz="5500" b="0" i="0" u="none" strike="noStrike" spc="-500" dirty="0">
              <a:solidFill>
                <a:srgbClr val="50B26B"/>
              </a:solidFill>
              <a:ea typeface="KoPubWorldDotum_Pro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6573500" y="9588500"/>
            <a:ext cx="8763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endParaRPr lang="en-US" sz="1500" b="0" i="0" u="none" strike="noStrike" dirty="0">
              <a:solidFill>
                <a:srgbClr val="50B26B"/>
              </a:solidFill>
              <a:latin typeface="KoPubWorldDotum_Pro Bold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4B3EC20-9D43-E64A-A578-FAA9A75F9E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0" y="1981200"/>
            <a:ext cx="10650988" cy="67056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0" name="잉크 9">
                <a:extLst>
                  <a:ext uri="{FF2B5EF4-FFF2-40B4-BE49-F238E27FC236}">
                    <a16:creationId xmlns:a16="http://schemas.microsoft.com/office/drawing/2014/main" id="{5F53D626-146B-DA42-8C26-DE2E219FCCD4}"/>
                  </a:ext>
                </a:extLst>
              </p14:cNvPr>
              <p14:cNvContentPartPr/>
              <p14:nvPr/>
            </p14:nvContentPartPr>
            <p14:xfrm>
              <a:off x="9642726" y="8312747"/>
              <a:ext cx="1171440" cy="33120"/>
            </p14:xfrm>
          </p:contentPart>
        </mc:Choice>
        <mc:Fallback>
          <p:pic>
            <p:nvPicPr>
              <p:cNvPr id="10" name="잉크 9">
                <a:extLst>
                  <a:ext uri="{FF2B5EF4-FFF2-40B4-BE49-F238E27FC236}">
                    <a16:creationId xmlns:a16="http://schemas.microsoft.com/office/drawing/2014/main" id="{5F53D626-146B-DA42-8C26-DE2E219FCCD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634086" y="8304107"/>
                <a:ext cx="1189080" cy="50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821573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91200" cy="102888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876300" y="812800"/>
            <a:ext cx="38100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1500" dirty="0">
                <a:solidFill>
                  <a:srgbClr val="000000"/>
                </a:solidFill>
                <a:latin typeface="KoPubWorldDotum_Pro Medium"/>
              </a:rPr>
              <a:t>Android </a:t>
            </a:r>
            <a:r>
              <a:rPr lang="en-US" sz="1500" dirty="0" err="1">
                <a:solidFill>
                  <a:srgbClr val="000000"/>
                </a:solidFill>
                <a:latin typeface="KoPubWorldDotum_Pro Medium"/>
              </a:rPr>
              <a:t>TodoList</a:t>
            </a:r>
            <a:r>
              <a:rPr lang="en-US" sz="1500" b="0" i="0" u="none" strike="noStrike" dirty="0">
                <a:solidFill>
                  <a:srgbClr val="000000"/>
                </a:solidFill>
                <a:latin typeface="KoPubWorldDotum_Pro Medium"/>
              </a:rPr>
              <a:t>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76300" y="2991853"/>
            <a:ext cx="5778500" cy="571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3200" spc="-300" dirty="0">
                <a:solidFill>
                  <a:srgbClr val="000000"/>
                </a:solidFill>
                <a:latin typeface="KoPubWorldDotum_Pro Medium"/>
                <a:ea typeface="KoPubWorldDotum_Pro Medium"/>
              </a:rPr>
              <a:t>Controller </a:t>
            </a:r>
            <a:r>
              <a:rPr lang="ko-KR" altLang="en-US" sz="3200" spc="-300" dirty="0">
                <a:solidFill>
                  <a:srgbClr val="000000"/>
                </a:solidFill>
                <a:latin typeface="KoPubWorldDotum_Pro Medium"/>
                <a:ea typeface="KoPubWorldDotum_Pro Medium"/>
              </a:rPr>
              <a:t>에 사용 할 기능 </a:t>
            </a:r>
            <a:r>
              <a:rPr lang="en-US" altLang="ko-KR" sz="3200" spc="-300" dirty="0">
                <a:solidFill>
                  <a:srgbClr val="000000"/>
                </a:solidFill>
                <a:latin typeface="KoPubWorldDotum_Pro Medium"/>
                <a:ea typeface="KoPubWorldDotum_Pro Medium"/>
              </a:rPr>
              <a:t>6</a:t>
            </a:r>
            <a:r>
              <a:rPr lang="ko-KR" altLang="en-US" sz="3200" spc="-300" dirty="0">
                <a:solidFill>
                  <a:srgbClr val="000000"/>
                </a:solidFill>
                <a:latin typeface="KoPubWorldDotum_Pro Medium"/>
                <a:ea typeface="KoPubWorldDotum_Pro Medium"/>
              </a:rPr>
              <a:t>가지</a:t>
            </a:r>
            <a:endParaRPr lang="en-US" sz="3200" b="0" i="0" u="none" strike="noStrike" spc="-300" dirty="0">
              <a:solidFill>
                <a:srgbClr val="000000"/>
              </a:solidFill>
              <a:latin typeface="KoPubWorldDotum_Pro Medium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876300" y="1848853"/>
            <a:ext cx="5829300" cy="977900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lvl="0" algn="l">
              <a:lnSpc>
                <a:spcPct val="99600"/>
              </a:lnSpc>
            </a:pPr>
            <a:r>
              <a:rPr lang="en-US" altLang="ko-KR" sz="5500" spc="-500" dirty="0">
                <a:solidFill>
                  <a:srgbClr val="50B26B"/>
                </a:solidFill>
                <a:ea typeface="KoPubWorldDotum_Pro Bold"/>
              </a:rPr>
              <a:t>Spring boot</a:t>
            </a:r>
            <a:endParaRPr lang="ko-KR" sz="5500" b="0" i="0" u="none" strike="noStrike" spc="-500" dirty="0">
              <a:solidFill>
                <a:srgbClr val="50B26B"/>
              </a:solidFill>
              <a:ea typeface="KoPubWorldDotum_Pro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6573500" y="9588500"/>
            <a:ext cx="8763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endParaRPr lang="en-US" sz="1500" b="0" i="0" u="none" strike="noStrike" dirty="0">
              <a:solidFill>
                <a:srgbClr val="50B26B"/>
              </a:solidFill>
              <a:latin typeface="KoPubWorldDotum_Pro Bold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697426C-9508-644D-B455-6D4B816CEA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1900" y="668756"/>
            <a:ext cx="9652000" cy="905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73152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91200" cy="102888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876300" y="812800"/>
            <a:ext cx="38100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1500" dirty="0">
                <a:solidFill>
                  <a:srgbClr val="000000"/>
                </a:solidFill>
                <a:latin typeface="KoPubWorldDotum_Pro Medium"/>
              </a:rPr>
              <a:t>Android </a:t>
            </a:r>
            <a:r>
              <a:rPr lang="en-US" sz="1500" dirty="0" err="1">
                <a:solidFill>
                  <a:srgbClr val="000000"/>
                </a:solidFill>
                <a:latin typeface="KoPubWorldDotum_Pro Medium"/>
              </a:rPr>
              <a:t>TodoList</a:t>
            </a:r>
            <a:r>
              <a:rPr lang="en-US" sz="1500" b="0" i="0" u="none" strike="noStrike" dirty="0">
                <a:solidFill>
                  <a:srgbClr val="000000"/>
                </a:solidFill>
                <a:latin typeface="KoPubWorldDotum_Pro Medium"/>
              </a:rPr>
              <a:t>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76300" y="2991853"/>
            <a:ext cx="5778500" cy="571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3200" spc="-300" dirty="0">
                <a:solidFill>
                  <a:srgbClr val="000000"/>
                </a:solidFill>
                <a:latin typeface="KoPubWorldDotum_Pro Medium"/>
                <a:ea typeface="KoPubWorldDotum_Pro Medium"/>
              </a:rPr>
              <a:t>사용 한 </a:t>
            </a:r>
            <a:r>
              <a:rPr lang="ko-KR" altLang="en-US" sz="3200" spc="-300" dirty="0" err="1">
                <a:solidFill>
                  <a:srgbClr val="000000"/>
                </a:solidFill>
                <a:latin typeface="KoPubWorldDotum_Pro Medium"/>
                <a:ea typeface="KoPubWorldDotum_Pro Medium"/>
              </a:rPr>
              <a:t>쿼리문</a:t>
            </a:r>
            <a:endParaRPr lang="en-US" sz="3200" b="0" i="0" u="none" strike="noStrike" spc="-300" dirty="0">
              <a:solidFill>
                <a:srgbClr val="000000"/>
              </a:solidFill>
              <a:latin typeface="KoPubWorldDotum_Pro Medium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876300" y="1848853"/>
            <a:ext cx="5829300" cy="977900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lvl="0" algn="l">
              <a:lnSpc>
                <a:spcPct val="99600"/>
              </a:lnSpc>
            </a:pPr>
            <a:r>
              <a:rPr lang="en-US" altLang="ko-KR" sz="5500" spc="-500" dirty="0">
                <a:solidFill>
                  <a:srgbClr val="50B26B"/>
                </a:solidFill>
                <a:ea typeface="KoPubWorldDotum_Pro Bold"/>
              </a:rPr>
              <a:t>Spring boot</a:t>
            </a:r>
            <a:endParaRPr lang="ko-KR" sz="5500" b="0" i="0" u="none" strike="noStrike" spc="-500" dirty="0">
              <a:solidFill>
                <a:srgbClr val="50B26B"/>
              </a:solidFill>
              <a:ea typeface="KoPubWorldDotum_Pro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6573500" y="9588500"/>
            <a:ext cx="8763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r>
              <a:rPr lang="en-US" sz="1500" b="0" i="0" u="none" strike="noStrike">
                <a:solidFill>
                  <a:srgbClr val="50B26B"/>
                </a:solidFill>
                <a:latin typeface="KoPubWorldDotum_Pro Bold"/>
              </a:rPr>
              <a:t>2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141254D-955C-9949-A287-B68A38A5B1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2600" y="177800"/>
            <a:ext cx="12433300" cy="993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1713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91200" cy="102888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876300" y="812800"/>
            <a:ext cx="38100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1500" dirty="0">
                <a:solidFill>
                  <a:srgbClr val="000000"/>
                </a:solidFill>
                <a:latin typeface="KoPubWorldDotum_Pro Medium"/>
              </a:rPr>
              <a:t>Android </a:t>
            </a:r>
            <a:r>
              <a:rPr lang="en-US" sz="1500" dirty="0" err="1">
                <a:solidFill>
                  <a:srgbClr val="000000"/>
                </a:solidFill>
                <a:latin typeface="KoPubWorldDotum_Pro Medium"/>
              </a:rPr>
              <a:t>TodoList</a:t>
            </a:r>
            <a:r>
              <a:rPr lang="en-US" sz="1500" b="0" i="0" u="none" strike="noStrike" dirty="0">
                <a:solidFill>
                  <a:srgbClr val="000000"/>
                </a:solidFill>
                <a:latin typeface="KoPubWorldDotum_Pro Medium"/>
              </a:rPr>
              <a:t>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76300" y="3505200"/>
            <a:ext cx="5778500" cy="571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" altLang="ko-KR" sz="3200" spc="-300" dirty="0">
                <a:solidFill>
                  <a:srgbClr val="000000"/>
                </a:solidFill>
                <a:latin typeface="KoPubWorldDotum_Pro Medium"/>
                <a:ea typeface="KoPubWorldDotum_Pro Medium"/>
              </a:rPr>
              <a:t>Retrofit </a:t>
            </a:r>
            <a:r>
              <a:rPr lang="ko-KR" altLang="en-US" sz="3200" spc="-300" dirty="0" err="1">
                <a:solidFill>
                  <a:srgbClr val="000000"/>
                </a:solidFill>
                <a:latin typeface="KoPubWorldDotum_Pro Medium"/>
                <a:ea typeface="KoPubWorldDotum_Pro Medium"/>
              </a:rPr>
              <a:t>를</a:t>
            </a:r>
            <a:r>
              <a:rPr lang="ko-KR" altLang="en-US" sz="3200" spc="-300" dirty="0">
                <a:solidFill>
                  <a:srgbClr val="000000"/>
                </a:solidFill>
                <a:latin typeface="KoPubWorldDotum_Pro Medium"/>
                <a:ea typeface="KoPubWorldDotum_Pro Medium"/>
              </a:rPr>
              <a:t> 사용한 </a:t>
            </a:r>
            <a:r>
              <a:rPr lang="en-US" altLang="ko-KR" sz="3200" spc="-300" dirty="0">
                <a:solidFill>
                  <a:srgbClr val="000000"/>
                </a:solidFill>
                <a:latin typeface="KoPubWorldDotum_Pro Medium"/>
                <a:ea typeface="KoPubWorldDotum_Pro Medium"/>
              </a:rPr>
              <a:t>Spring</a:t>
            </a:r>
            <a:r>
              <a:rPr lang="ko-KR" altLang="en-US" sz="3200" spc="-300" dirty="0">
                <a:solidFill>
                  <a:srgbClr val="000000"/>
                </a:solidFill>
                <a:latin typeface="KoPubWorldDotum_Pro Medium"/>
                <a:ea typeface="KoPubWorldDotum_Pro Medium"/>
              </a:rPr>
              <a:t> 서버와 통신</a:t>
            </a:r>
            <a:endParaRPr lang="en-US" sz="3200" b="0" i="0" u="none" strike="noStrike" spc="-300" dirty="0">
              <a:solidFill>
                <a:srgbClr val="000000"/>
              </a:solidFill>
              <a:latin typeface="KoPubWorldDotum_Pro Medium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876300" y="1848853"/>
            <a:ext cx="5829300" cy="977900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lvl="0" algn="l">
              <a:lnSpc>
                <a:spcPct val="99600"/>
              </a:lnSpc>
            </a:pPr>
            <a:r>
              <a:rPr lang="en-US" altLang="ko-KR" sz="5500" spc="-500" dirty="0">
                <a:solidFill>
                  <a:srgbClr val="50B26B"/>
                </a:solidFill>
                <a:ea typeface="KoPubWorldDotum_Pro Bold"/>
              </a:rPr>
              <a:t> Android Kotlin</a:t>
            </a:r>
            <a:endParaRPr lang="ko-KR" sz="5500" b="0" i="0" u="none" strike="noStrike" spc="-500" dirty="0">
              <a:solidFill>
                <a:srgbClr val="50B26B"/>
              </a:solidFill>
              <a:ea typeface="KoPubWorldDotum_Pro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6573500" y="9588500"/>
            <a:ext cx="8763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endParaRPr lang="en-US" sz="1500" b="0" i="0" u="none" strike="noStrike" dirty="0">
              <a:solidFill>
                <a:srgbClr val="50B26B"/>
              </a:solidFill>
              <a:latin typeface="KoPubWorldDotum_Pro Bold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7F22658-1A4D-EC42-A909-187E9F073C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425450"/>
            <a:ext cx="7620000" cy="929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10663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91200" cy="102888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876300" y="812800"/>
            <a:ext cx="38100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1500" dirty="0">
                <a:solidFill>
                  <a:srgbClr val="000000"/>
                </a:solidFill>
                <a:latin typeface="KoPubWorldDotum_Pro Medium"/>
              </a:rPr>
              <a:t>Android </a:t>
            </a:r>
            <a:r>
              <a:rPr lang="en-US" sz="1500" dirty="0" err="1">
                <a:solidFill>
                  <a:srgbClr val="000000"/>
                </a:solidFill>
                <a:latin typeface="KoPubWorldDotum_Pro Medium"/>
              </a:rPr>
              <a:t>TodoList</a:t>
            </a:r>
            <a:r>
              <a:rPr lang="en-US" sz="1500" b="0" i="0" u="none" strike="noStrike" dirty="0">
                <a:solidFill>
                  <a:srgbClr val="000000"/>
                </a:solidFill>
                <a:latin typeface="KoPubWorldDotum_Pro Medium"/>
              </a:rPr>
              <a:t>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76300" y="3939236"/>
            <a:ext cx="5778500" cy="571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50000"/>
              </a:lnSpc>
            </a:pPr>
            <a:r>
              <a:rPr lang="en-US" altLang="ko-KR" sz="3200" b="0" i="0" u="none" strike="noStrike" spc="-300" dirty="0">
                <a:solidFill>
                  <a:srgbClr val="000000"/>
                </a:solidFill>
                <a:latin typeface="KoPubWorldDotum_Pro Medium"/>
                <a:ea typeface="KoPubWorldDotum_Pro Medium"/>
              </a:rPr>
              <a:t>-</a:t>
            </a:r>
            <a:r>
              <a:rPr lang="ko-KR" altLang="en-US" sz="3200" b="0" i="0" u="none" strike="noStrike" spc="-300" dirty="0">
                <a:solidFill>
                  <a:srgbClr val="000000"/>
                </a:solidFill>
                <a:latin typeface="KoPubWorldDotum_Pro Medium"/>
                <a:ea typeface="KoPubWorldDotum_Pro Medium"/>
              </a:rPr>
              <a:t> </a:t>
            </a:r>
            <a:r>
              <a:rPr lang="ko-KR" altLang="en-US" sz="3200" spc="-300" dirty="0">
                <a:solidFill>
                  <a:srgbClr val="000000"/>
                </a:solidFill>
                <a:latin typeface="KoPubWorldDotum_Pro Medium"/>
                <a:ea typeface="KoPubWorldDotum_Pro Medium"/>
              </a:rPr>
              <a:t> </a:t>
            </a:r>
            <a:r>
              <a:rPr lang="ko-KR" altLang="en-US" sz="3200" b="0" i="0" u="none" strike="noStrike" spc="-300" dirty="0">
                <a:solidFill>
                  <a:srgbClr val="000000"/>
                </a:solidFill>
                <a:latin typeface="KoPubWorldDotum_Pro Medium"/>
                <a:ea typeface="KoPubWorldDotum_Pro Medium"/>
              </a:rPr>
              <a:t>내용 </a:t>
            </a:r>
            <a:r>
              <a:rPr lang="ko-KR" altLang="en-US" sz="3200" spc="-300" dirty="0">
                <a:solidFill>
                  <a:srgbClr val="000000"/>
                </a:solidFill>
                <a:latin typeface="KoPubWorldDotum_Pro Medium"/>
                <a:ea typeface="KoPubWorldDotum_Pro Medium"/>
              </a:rPr>
              <a:t>입력 </a:t>
            </a:r>
            <a:endParaRPr lang="en-US" altLang="ko-KR" sz="3200" spc="-300" dirty="0">
              <a:solidFill>
                <a:srgbClr val="000000"/>
              </a:solidFill>
              <a:latin typeface="KoPubWorldDotum_Pro Medium"/>
              <a:ea typeface="KoPubWorldDotum_Pro Medium"/>
            </a:endParaRPr>
          </a:p>
          <a:p>
            <a:pPr lvl="0" algn="l">
              <a:lnSpc>
                <a:spcPct val="150000"/>
              </a:lnSpc>
            </a:pPr>
            <a:r>
              <a:rPr lang="en-US" altLang="ko-KR" sz="3200" spc="-300" dirty="0">
                <a:solidFill>
                  <a:srgbClr val="000000"/>
                </a:solidFill>
                <a:latin typeface="KoPubWorldDotum_Pro Medium"/>
                <a:ea typeface="KoPubWorldDotum_Pro Medium"/>
              </a:rPr>
              <a:t>-</a:t>
            </a:r>
            <a:r>
              <a:rPr lang="ko-KR" altLang="en-US" sz="3200" spc="-300" dirty="0">
                <a:solidFill>
                  <a:srgbClr val="000000"/>
                </a:solidFill>
                <a:latin typeface="KoPubWorldDotum_Pro Medium"/>
                <a:ea typeface="KoPubWorldDotum_Pro Medium"/>
              </a:rPr>
              <a:t> </a:t>
            </a:r>
            <a:r>
              <a:rPr lang="en-US" sz="3200" spc="-300" dirty="0">
                <a:solidFill>
                  <a:srgbClr val="000000"/>
                </a:solidFill>
                <a:latin typeface="KoPubWorldDotum_Pro Medium"/>
                <a:ea typeface="KoPubWorldDotum_Pro Medium"/>
              </a:rPr>
              <a:t>Add</a:t>
            </a:r>
            <a:r>
              <a:rPr lang="ko-KR" altLang="en-US" sz="3200" spc="-300" dirty="0">
                <a:solidFill>
                  <a:srgbClr val="000000"/>
                </a:solidFill>
                <a:latin typeface="KoPubWorldDotum_Pro Medium"/>
                <a:ea typeface="KoPubWorldDotum_Pro Medium"/>
              </a:rPr>
              <a:t> 버튼 클릭 </a:t>
            </a:r>
            <a:endParaRPr lang="en-US" altLang="ko-KR" sz="3200" spc="-300" dirty="0">
              <a:solidFill>
                <a:srgbClr val="000000"/>
              </a:solidFill>
              <a:latin typeface="KoPubWorldDotum_Pro Medium"/>
              <a:ea typeface="KoPubWorldDotum_Pro Medium"/>
            </a:endParaRPr>
          </a:p>
          <a:p>
            <a:pPr lvl="0" algn="l">
              <a:lnSpc>
                <a:spcPct val="150000"/>
              </a:lnSpc>
            </a:pPr>
            <a:r>
              <a:rPr lang="en-US" altLang="ko-KR" sz="3200" spc="-300" dirty="0">
                <a:solidFill>
                  <a:srgbClr val="000000"/>
                </a:solidFill>
                <a:latin typeface="KoPubWorldDotum_Pro Medium"/>
                <a:ea typeface="KoPubWorldDotum_Pro Medium"/>
              </a:rPr>
              <a:t>-</a:t>
            </a:r>
            <a:r>
              <a:rPr lang="ko-KR" altLang="en-US" sz="3200" spc="-300" dirty="0">
                <a:solidFill>
                  <a:srgbClr val="000000"/>
                </a:solidFill>
                <a:latin typeface="KoPubWorldDotum_Pro Medium"/>
                <a:ea typeface="KoPubWorldDotum_Pro Medium"/>
              </a:rPr>
              <a:t> 내용 추가</a:t>
            </a:r>
            <a:endParaRPr lang="en-US" sz="3200" b="0" i="0" u="none" strike="noStrike" spc="-300" dirty="0">
              <a:solidFill>
                <a:srgbClr val="000000"/>
              </a:solidFill>
              <a:latin typeface="KoPubWorldDotum_Pro Medium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876300" y="1898316"/>
            <a:ext cx="5829300" cy="977900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lvl="0" algn="l">
              <a:lnSpc>
                <a:spcPct val="99600"/>
              </a:lnSpc>
            </a:pPr>
            <a:r>
              <a:rPr lang="en-US" altLang="ko-KR" sz="5500" spc="-500" dirty="0" err="1">
                <a:solidFill>
                  <a:srgbClr val="50B26B"/>
                </a:solidFill>
                <a:ea typeface="KoPubWorldDotum_Pro Bold"/>
              </a:rPr>
              <a:t>TodoList</a:t>
            </a:r>
            <a:r>
              <a:rPr lang="en-US" altLang="ko-KR" sz="5500" spc="-500" dirty="0">
                <a:solidFill>
                  <a:srgbClr val="50B26B"/>
                </a:solidFill>
                <a:ea typeface="KoPubWorldDotum_Pro Bold"/>
              </a:rPr>
              <a:t> </a:t>
            </a:r>
            <a:endParaRPr lang="ko-KR" sz="5500" b="0" i="0" u="none" strike="noStrike" spc="-500" dirty="0">
              <a:solidFill>
                <a:srgbClr val="50B26B"/>
              </a:solidFill>
              <a:ea typeface="KoPubWorldDotum_Pro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6573500" y="9588500"/>
            <a:ext cx="8763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endParaRPr lang="en-US" sz="1500" b="0" i="0" u="none" strike="noStrike" dirty="0">
              <a:solidFill>
                <a:srgbClr val="50B26B"/>
              </a:solidFill>
              <a:latin typeface="KoPubWorldDotum_Pro Bold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09FC00D1-9F40-074F-98AB-90533DD074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781050"/>
            <a:ext cx="4216400" cy="8724900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C3047D4C-E1BE-8C44-AC7F-4136A5F47F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53800" y="749300"/>
            <a:ext cx="4254500" cy="878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6925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91200" cy="102888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876300" y="812800"/>
            <a:ext cx="38100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1500" dirty="0">
                <a:solidFill>
                  <a:srgbClr val="000000"/>
                </a:solidFill>
                <a:latin typeface="KoPubWorldDotum_Pro Medium"/>
              </a:rPr>
              <a:t>Android </a:t>
            </a:r>
            <a:r>
              <a:rPr lang="en-US" sz="1500" dirty="0" err="1">
                <a:solidFill>
                  <a:srgbClr val="000000"/>
                </a:solidFill>
                <a:latin typeface="KoPubWorldDotum_Pro Medium"/>
              </a:rPr>
              <a:t>TodoList</a:t>
            </a:r>
            <a:r>
              <a:rPr lang="en-US" sz="1500" b="0" i="0" u="none" strike="noStrike" dirty="0">
                <a:solidFill>
                  <a:srgbClr val="000000"/>
                </a:solidFill>
                <a:latin typeface="KoPubWorldDotum_Pro Medium"/>
              </a:rPr>
              <a:t>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76300" y="3939236"/>
            <a:ext cx="5778500" cy="571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50000"/>
              </a:lnSpc>
            </a:pPr>
            <a:r>
              <a:rPr lang="en-US" altLang="ko-KR" sz="3200" b="0" i="0" u="none" strike="noStrike" spc="-300" dirty="0">
                <a:solidFill>
                  <a:srgbClr val="000000"/>
                </a:solidFill>
                <a:latin typeface="KoPubWorldDotum_Pro Medium"/>
                <a:ea typeface="KoPubWorldDotum_Pro Medium"/>
              </a:rPr>
              <a:t>-</a:t>
            </a:r>
            <a:r>
              <a:rPr lang="ko-KR" altLang="en-US" sz="3200" b="0" i="0" u="none" strike="noStrike" spc="-300" dirty="0">
                <a:solidFill>
                  <a:srgbClr val="000000"/>
                </a:solidFill>
                <a:latin typeface="KoPubWorldDotum_Pro Medium"/>
                <a:ea typeface="KoPubWorldDotum_Pro Medium"/>
              </a:rPr>
              <a:t> </a:t>
            </a:r>
            <a:r>
              <a:rPr lang="ko-KR" altLang="en-US" sz="3200" spc="-300" dirty="0">
                <a:solidFill>
                  <a:srgbClr val="000000"/>
                </a:solidFill>
                <a:latin typeface="KoPubWorldDotum_Pro Medium"/>
                <a:ea typeface="KoPubWorldDotum_Pro Medium"/>
              </a:rPr>
              <a:t> 할 일 완료 시 체크</a:t>
            </a:r>
            <a:endParaRPr lang="en-US" altLang="ko-KR" sz="3200" spc="-300" dirty="0">
              <a:solidFill>
                <a:srgbClr val="000000"/>
              </a:solidFill>
              <a:latin typeface="KoPubWorldDotum_Pro Medium"/>
              <a:ea typeface="KoPubWorldDotum_Pro Medium"/>
            </a:endParaRPr>
          </a:p>
          <a:p>
            <a:pPr lvl="0" algn="l">
              <a:lnSpc>
                <a:spcPct val="150000"/>
              </a:lnSpc>
            </a:pPr>
            <a:r>
              <a:rPr lang="en-US" altLang="ko-KR" sz="3200" spc="-300" dirty="0">
                <a:solidFill>
                  <a:srgbClr val="000000"/>
                </a:solidFill>
                <a:latin typeface="KoPubWorldDotum_Pro Medium"/>
                <a:ea typeface="KoPubWorldDotum_Pro Medium"/>
              </a:rPr>
              <a:t>-</a:t>
            </a:r>
            <a:r>
              <a:rPr lang="ko-KR" altLang="en-US" sz="3200" spc="-300" dirty="0">
                <a:solidFill>
                  <a:srgbClr val="000000"/>
                </a:solidFill>
                <a:latin typeface="KoPubWorldDotum_Pro Medium"/>
                <a:ea typeface="KoPubWorldDotum_Pro Medium"/>
              </a:rPr>
              <a:t> </a:t>
            </a:r>
            <a:r>
              <a:rPr lang="en-US" altLang="ko-KR" sz="3200" spc="-300" dirty="0">
                <a:solidFill>
                  <a:srgbClr val="000000"/>
                </a:solidFill>
                <a:latin typeface="KoPubWorldDotum_Pro Medium"/>
                <a:ea typeface="KoPubWorldDotum_Pro Medium"/>
              </a:rPr>
              <a:t>Complete</a:t>
            </a:r>
            <a:r>
              <a:rPr lang="ko-KR" altLang="en-US" sz="3200" spc="-300" dirty="0">
                <a:solidFill>
                  <a:srgbClr val="000000"/>
                </a:solidFill>
                <a:latin typeface="KoPubWorldDotum_Pro Medium"/>
                <a:ea typeface="KoPubWorldDotum_Pro Medium"/>
              </a:rPr>
              <a:t> 페이지로 요소 이동</a:t>
            </a:r>
            <a:endParaRPr lang="en-US" altLang="ko-KR" sz="3200" spc="-300" dirty="0">
              <a:solidFill>
                <a:srgbClr val="000000"/>
              </a:solidFill>
              <a:latin typeface="KoPubWorldDotum_Pro Medium"/>
              <a:ea typeface="KoPubWorldDotum_Pro Medium"/>
            </a:endParaRPr>
          </a:p>
          <a:p>
            <a:pPr lvl="0" algn="l">
              <a:lnSpc>
                <a:spcPct val="150000"/>
              </a:lnSpc>
            </a:pPr>
            <a:r>
              <a:rPr lang="en-US" altLang="ko-KR" sz="3200" spc="-300" dirty="0">
                <a:solidFill>
                  <a:srgbClr val="000000"/>
                </a:solidFill>
                <a:latin typeface="KoPubWorldDotum_Pro Medium"/>
                <a:ea typeface="KoPubWorldDotum_Pro Medium"/>
              </a:rPr>
              <a:t>-</a:t>
            </a:r>
            <a:r>
              <a:rPr lang="ko-KR" altLang="en-US" sz="3200" spc="-300" dirty="0">
                <a:solidFill>
                  <a:srgbClr val="000000"/>
                </a:solidFill>
                <a:latin typeface="KoPubWorldDotum_Pro Medium"/>
                <a:ea typeface="KoPubWorldDotum_Pro Medium"/>
              </a:rPr>
              <a:t> 체크 해제 시 </a:t>
            </a:r>
            <a:r>
              <a:rPr lang="en-US" altLang="ko-KR" sz="3200" spc="-300" dirty="0" err="1">
                <a:solidFill>
                  <a:srgbClr val="000000"/>
                </a:solidFill>
                <a:latin typeface="KoPubWorldDotum_Pro Medium"/>
                <a:ea typeface="KoPubWorldDotum_Pro Medium"/>
              </a:rPr>
              <a:t>Todo</a:t>
            </a:r>
            <a:r>
              <a:rPr lang="en-US" altLang="ko-KR" sz="3200" spc="-300" dirty="0">
                <a:solidFill>
                  <a:srgbClr val="000000"/>
                </a:solidFill>
                <a:latin typeface="KoPubWorldDotum_Pro Medium"/>
                <a:ea typeface="KoPubWorldDotum_Pro Medium"/>
              </a:rPr>
              <a:t> </a:t>
            </a:r>
            <a:r>
              <a:rPr lang="ko-KR" altLang="en-US" sz="3200" spc="-300" dirty="0">
                <a:solidFill>
                  <a:srgbClr val="000000"/>
                </a:solidFill>
                <a:latin typeface="KoPubWorldDotum_Pro Medium"/>
                <a:ea typeface="KoPubWorldDotum_Pro Medium"/>
              </a:rPr>
              <a:t>페이지로 이동</a:t>
            </a:r>
            <a:endParaRPr lang="en-US" sz="3200" b="0" i="0" u="none" strike="noStrike" spc="-300" dirty="0">
              <a:solidFill>
                <a:srgbClr val="000000"/>
              </a:solidFill>
              <a:latin typeface="KoPubWorldDotum_Pro Medium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876300" y="1898316"/>
            <a:ext cx="5829300" cy="977900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lvl="0" algn="l">
              <a:lnSpc>
                <a:spcPct val="99600"/>
              </a:lnSpc>
            </a:pPr>
            <a:r>
              <a:rPr lang="en-US" altLang="ko-KR" sz="5500" spc="-500" dirty="0" err="1">
                <a:solidFill>
                  <a:srgbClr val="50B26B"/>
                </a:solidFill>
                <a:ea typeface="KoPubWorldDotum_Pro Bold"/>
              </a:rPr>
              <a:t>TodoList</a:t>
            </a:r>
            <a:r>
              <a:rPr lang="en-US" altLang="ko-KR" sz="5500" spc="-500" dirty="0">
                <a:solidFill>
                  <a:srgbClr val="50B26B"/>
                </a:solidFill>
                <a:ea typeface="KoPubWorldDotum_Pro Bold"/>
              </a:rPr>
              <a:t> </a:t>
            </a:r>
            <a:endParaRPr lang="ko-KR" sz="5500" b="0" i="0" u="none" strike="noStrike" spc="-500" dirty="0">
              <a:solidFill>
                <a:srgbClr val="50B26B"/>
              </a:solidFill>
              <a:ea typeface="KoPubWorldDotum_Pro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6573500" y="9588500"/>
            <a:ext cx="8763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endParaRPr lang="en-US" sz="1500" b="0" i="0" u="none" strike="noStrike" dirty="0">
              <a:solidFill>
                <a:srgbClr val="50B26B"/>
              </a:solidFill>
              <a:latin typeface="KoPubWorldDotum_Pro Bold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58908DB-0853-964E-8A1D-6AB68BA574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7046" y="749300"/>
            <a:ext cx="4076700" cy="878840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E276A0E3-0DC7-1E4D-B597-D52EF66E5E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33346" y="755650"/>
            <a:ext cx="4241800" cy="877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9201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91200" cy="102888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876300" y="812800"/>
            <a:ext cx="38100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1500" dirty="0">
                <a:solidFill>
                  <a:srgbClr val="000000"/>
                </a:solidFill>
                <a:latin typeface="KoPubWorldDotum_Pro Medium"/>
              </a:rPr>
              <a:t>Android </a:t>
            </a:r>
            <a:r>
              <a:rPr lang="en-US" sz="1500" dirty="0" err="1">
                <a:solidFill>
                  <a:srgbClr val="000000"/>
                </a:solidFill>
                <a:latin typeface="KoPubWorldDotum_Pro Medium"/>
              </a:rPr>
              <a:t>TodoList</a:t>
            </a:r>
            <a:r>
              <a:rPr lang="en-US" sz="1500" b="0" i="0" u="none" strike="noStrike" dirty="0">
                <a:solidFill>
                  <a:srgbClr val="000000"/>
                </a:solidFill>
                <a:latin typeface="KoPubWorldDotum_Pro Medium"/>
              </a:rPr>
              <a:t>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76300" y="3939236"/>
            <a:ext cx="5778500" cy="571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50000"/>
              </a:lnSpc>
            </a:pPr>
            <a:r>
              <a:rPr lang="en-US" altLang="ko-KR" sz="3200" b="0" i="0" u="none" strike="noStrike" spc="-300" dirty="0">
                <a:solidFill>
                  <a:srgbClr val="000000"/>
                </a:solidFill>
                <a:latin typeface="KoPubWorldDotum_Pro Medium"/>
                <a:ea typeface="KoPubWorldDotum_Pro Medium"/>
              </a:rPr>
              <a:t>-</a:t>
            </a:r>
            <a:r>
              <a:rPr lang="ko-KR" altLang="en-US" sz="3200" b="0" i="0" u="none" strike="noStrike" spc="-300" dirty="0">
                <a:solidFill>
                  <a:srgbClr val="000000"/>
                </a:solidFill>
                <a:latin typeface="KoPubWorldDotum_Pro Medium"/>
                <a:ea typeface="KoPubWorldDotum_Pro Medium"/>
              </a:rPr>
              <a:t> </a:t>
            </a:r>
            <a:r>
              <a:rPr lang="ko-KR" altLang="en-US" sz="3200" spc="-300" dirty="0">
                <a:solidFill>
                  <a:srgbClr val="000000"/>
                </a:solidFill>
                <a:latin typeface="KoPubWorldDotum_Pro Medium"/>
                <a:ea typeface="KoPubWorldDotum_Pro Medium"/>
              </a:rPr>
              <a:t> 리스트 요소 클릭 시</a:t>
            </a:r>
            <a:endParaRPr lang="en-US" altLang="ko-KR" sz="3200" spc="-300" dirty="0">
              <a:solidFill>
                <a:srgbClr val="000000"/>
              </a:solidFill>
              <a:latin typeface="KoPubWorldDotum_Pro Medium"/>
              <a:ea typeface="KoPubWorldDotum_Pro Medium"/>
            </a:endParaRPr>
          </a:p>
          <a:p>
            <a:pPr lvl="0" algn="l">
              <a:lnSpc>
                <a:spcPct val="150000"/>
              </a:lnSpc>
            </a:pPr>
            <a:r>
              <a:rPr lang="en-US" altLang="ko-KR" sz="3200" spc="-300" dirty="0">
                <a:solidFill>
                  <a:srgbClr val="000000"/>
                </a:solidFill>
                <a:latin typeface="KoPubWorldDotum_Pro Medium"/>
                <a:ea typeface="KoPubWorldDotum_Pro Medium"/>
              </a:rPr>
              <a:t>-</a:t>
            </a:r>
            <a:r>
              <a:rPr lang="ko-KR" altLang="en-US" sz="3200" spc="-300" dirty="0">
                <a:solidFill>
                  <a:srgbClr val="000000"/>
                </a:solidFill>
                <a:latin typeface="KoPubWorldDotum_Pro Medium"/>
                <a:ea typeface="KoPubWorldDotum_Pro Medium"/>
              </a:rPr>
              <a:t> 상세 페이지로 이동</a:t>
            </a:r>
            <a:endParaRPr lang="en-US" altLang="ko-KR" sz="3200" spc="-300" dirty="0">
              <a:solidFill>
                <a:srgbClr val="000000"/>
              </a:solidFill>
              <a:latin typeface="KoPubWorldDotum_Pro Medium"/>
              <a:ea typeface="KoPubWorldDotum_Pro Medium"/>
            </a:endParaRPr>
          </a:p>
          <a:p>
            <a:pPr lvl="0">
              <a:lnSpc>
                <a:spcPct val="150000"/>
              </a:lnSpc>
            </a:pPr>
            <a:r>
              <a:rPr lang="en-US" altLang="ko-KR" sz="3200" spc="-300" dirty="0">
                <a:solidFill>
                  <a:srgbClr val="000000"/>
                </a:solidFill>
                <a:latin typeface="KoPubWorldDotum_Pro Medium"/>
                <a:ea typeface="KoPubWorldDotum_Pro Medium"/>
              </a:rPr>
              <a:t>-</a:t>
            </a:r>
            <a:r>
              <a:rPr lang="ko-KR" altLang="en-US" sz="3200" spc="-300" dirty="0">
                <a:solidFill>
                  <a:srgbClr val="000000"/>
                </a:solidFill>
                <a:latin typeface="KoPubWorldDotum_Pro Medium"/>
                <a:ea typeface="KoPubWorldDotum_Pro Medium"/>
              </a:rPr>
              <a:t> 수정</a:t>
            </a:r>
            <a:r>
              <a:rPr lang="en-US" altLang="ko-KR" sz="3200" spc="-300" dirty="0">
                <a:solidFill>
                  <a:srgbClr val="000000"/>
                </a:solidFill>
                <a:latin typeface="KoPubWorldDotum_Pro Medium"/>
                <a:ea typeface="KoPubWorldDotum_Pro Medium"/>
              </a:rPr>
              <a:t>/</a:t>
            </a:r>
            <a:r>
              <a:rPr lang="ko-KR" altLang="en-US" sz="3200" spc="-300" dirty="0">
                <a:solidFill>
                  <a:srgbClr val="000000"/>
                </a:solidFill>
                <a:latin typeface="KoPubWorldDotum_Pro Medium"/>
                <a:ea typeface="KoPubWorldDotum_Pro Medium"/>
              </a:rPr>
              <a:t>삭제 가능</a:t>
            </a:r>
            <a:endParaRPr lang="en-US" sz="3200" b="0" i="0" u="none" strike="noStrike" spc="-300" dirty="0">
              <a:solidFill>
                <a:srgbClr val="000000"/>
              </a:solidFill>
              <a:latin typeface="KoPubWorldDotum_Pro Medium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876300" y="1898316"/>
            <a:ext cx="5829300" cy="977900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lvl="0" algn="l">
              <a:lnSpc>
                <a:spcPct val="99600"/>
              </a:lnSpc>
            </a:pPr>
            <a:r>
              <a:rPr lang="ko-KR" altLang="en-US" sz="5500" spc="-500" dirty="0">
                <a:solidFill>
                  <a:srgbClr val="50B26B"/>
                </a:solidFill>
                <a:ea typeface="KoPubWorldDotum_Pro Bold"/>
              </a:rPr>
              <a:t>상세 페이지</a:t>
            </a:r>
            <a:r>
              <a:rPr lang="en-US" altLang="ko-KR" sz="5500" spc="-500" dirty="0">
                <a:solidFill>
                  <a:srgbClr val="50B26B"/>
                </a:solidFill>
                <a:ea typeface="KoPubWorldDotum_Pro Bold"/>
              </a:rPr>
              <a:t> </a:t>
            </a:r>
            <a:endParaRPr lang="ko-KR" sz="5500" b="0" i="0" u="none" strike="noStrike" spc="-500" dirty="0">
              <a:solidFill>
                <a:srgbClr val="50B26B"/>
              </a:solidFill>
              <a:ea typeface="KoPubWorldDotum_Pro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6573500" y="9588500"/>
            <a:ext cx="8763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endParaRPr lang="en-US" sz="1500" b="0" i="0" u="none" strike="noStrike" dirty="0">
              <a:solidFill>
                <a:srgbClr val="50B26B"/>
              </a:solidFill>
              <a:latin typeface="KoPubWorldDotum_Pro Bold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43FA66E4-2CE0-0444-9DCC-447018C035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704850"/>
            <a:ext cx="4114800" cy="8877300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0E583216-1632-2744-9966-647848AB9D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72900" y="723900"/>
            <a:ext cx="4165600" cy="883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8392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5700" y="5435600"/>
            <a:ext cx="10782300" cy="1524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1400" y="8140700"/>
            <a:ext cx="3416300" cy="8509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85100" y="8140700"/>
            <a:ext cx="3416300" cy="8509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7696200" y="3797300"/>
            <a:ext cx="8102600" cy="1828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10300" b="0" i="0" u="none" strike="noStrike" spc="-1000" dirty="0">
                <a:solidFill>
                  <a:srgbClr val="50B26B"/>
                </a:solidFill>
                <a:latin typeface="KoPubWorldDotum_Pro Bold"/>
                <a:ea typeface="KoPubWorldDotum_Pro Bold"/>
              </a:rPr>
              <a:t>감사합니다</a:t>
            </a:r>
            <a:endParaRPr lang="ko-KR" sz="10300" b="0" i="0" u="none" strike="noStrike" spc="-1000" dirty="0">
              <a:solidFill>
                <a:srgbClr val="50B26B"/>
              </a:solidFill>
              <a:ea typeface="KoPubWorldDotum_Pro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7785100" y="5689600"/>
            <a:ext cx="8204200" cy="749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endParaRPr lang="en-US" sz="4200" b="0" i="0" u="none" strike="noStrike" spc="-400" dirty="0">
              <a:solidFill>
                <a:srgbClr val="000000"/>
              </a:solidFill>
              <a:latin typeface="KoPubWorldDotum_Pro Medium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4503400" y="812800"/>
            <a:ext cx="28448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endParaRPr lang="en-US" sz="1500" b="0" i="0" u="none" strike="noStrike" dirty="0">
              <a:solidFill>
                <a:srgbClr val="50B26B"/>
              </a:solidFill>
              <a:latin typeface="KoPubWorldDotum_Pro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8305800" y="8445500"/>
            <a:ext cx="2387600" cy="292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altLang="en-US" sz="1600" b="1" dirty="0">
                <a:solidFill>
                  <a:srgbClr val="FFFFFF"/>
                </a:solidFill>
                <a:latin typeface="KoPubWorldDotum_Pro Medium"/>
              </a:rPr>
              <a:t>안드로이드 개인 프로젝트</a:t>
            </a:r>
            <a:endParaRPr lang="en-US" sz="1600" b="1" i="0" u="none" strike="noStrike" dirty="0">
              <a:solidFill>
                <a:srgbClr val="FFFFFF"/>
              </a:solidFill>
              <a:latin typeface="KoPubWorldDotum_Pro Medium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1722100" y="8432800"/>
            <a:ext cx="2387600" cy="292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sz="1600" b="0" i="0" u="none" strike="noStrike" dirty="0">
                <a:solidFill>
                  <a:srgbClr val="FFFFFF"/>
                </a:solidFill>
                <a:ea typeface="KoPubWorldDotum_Pro Medium"/>
              </a:rPr>
              <a:t>작성자</a:t>
            </a:r>
            <a:r>
              <a:rPr lang="en-US" sz="1600" b="0" i="0" u="none" strike="noStrike" dirty="0">
                <a:solidFill>
                  <a:srgbClr val="FFFFFF"/>
                </a:solidFill>
                <a:latin typeface="KoPubWorldDotum_Pro Medium"/>
              </a:rPr>
              <a:t> - </a:t>
            </a:r>
            <a:r>
              <a:rPr lang="ko-KR" altLang="en-US" sz="1600" dirty="0">
                <a:solidFill>
                  <a:srgbClr val="FFFFFF"/>
                </a:solidFill>
                <a:latin typeface="KoPubWorldDotum_Pro Medium"/>
                <a:ea typeface="KoPubWorldDotum_Pro Medium"/>
              </a:rPr>
              <a:t>김민서</a:t>
            </a:r>
            <a:endParaRPr lang="ko-KR" sz="1600" b="0" i="0" u="none" strike="noStrike" dirty="0">
              <a:solidFill>
                <a:srgbClr val="FFFFFF"/>
              </a:solidFill>
              <a:ea typeface="KoPubWorldDotum_Pro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1456</TotalTime>
  <Words>146</Words>
  <Application>Microsoft Macintosh PowerPoint</Application>
  <PresentationFormat>사용자 지정</PresentationFormat>
  <Paragraphs>48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7" baseType="lpstr">
      <vt:lpstr>KoPubWorldDotum_Pro Medium</vt:lpstr>
      <vt:lpstr>KoPubWorldDotum_Pro Bold</vt:lpstr>
      <vt:lpstr>Calibri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cp:lastModifiedBy>Microsoft Office User</cp:lastModifiedBy>
  <cp:revision>5</cp:revision>
  <dcterms:created xsi:type="dcterms:W3CDTF">2006-08-16T00:00:00Z</dcterms:created>
  <dcterms:modified xsi:type="dcterms:W3CDTF">2025-04-22T00:14:48Z</dcterms:modified>
</cp:coreProperties>
</file>